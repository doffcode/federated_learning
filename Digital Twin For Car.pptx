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1" r:id="rId5"/>
    <p:sldId id="260" r:id="rId6"/>
    <p:sldId id="262" r:id="rId7"/>
    <p:sldId id="271" r:id="rId8"/>
    <p:sldId id="263" r:id="rId9"/>
    <p:sldId id="264" r:id="rId10"/>
    <p:sldId id="272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3D56E2-1950-4484-AD3C-083DA91D0631}" v="60" dt="2026-05-07T12:58:55.884"/>
    <p1510:client id="{C81D50A4-2DA0-47E0-9CA2-2CBD361BE66A}" v="1" dt="2026-05-07T13:06:13.0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3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5.svg"/><Relationship Id="rId7" Type="http://schemas.openxmlformats.org/officeDocument/2006/relationships/image" Target="../media/image10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3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5.svg"/><Relationship Id="rId7" Type="http://schemas.openxmlformats.org/officeDocument/2006/relationships/image" Target="../media/image10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45F4D1-FAEA-4DDA-8315-36436019015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8AFF808-9B9D-472F-B0AD-27E6E871837C}">
      <dgm:prSet/>
      <dgm:spPr/>
      <dgm:t>
        <a:bodyPr/>
        <a:lstStyle/>
        <a:p>
          <a:r>
            <a:rPr lang="en-US" b="0" i="0" baseline="0"/>
            <a:t>Rapid growth of Electric Vehicles increases need for intelligent monitoring systems. </a:t>
          </a:r>
          <a:endParaRPr lang="en-US"/>
        </a:p>
      </dgm:t>
    </dgm:pt>
    <dgm:pt modelId="{0D95ABC7-6B46-43B7-B259-80EE9BAD0FF7}" type="parTrans" cxnId="{24D49C54-4071-4A59-B01B-83C597906215}">
      <dgm:prSet/>
      <dgm:spPr/>
      <dgm:t>
        <a:bodyPr/>
        <a:lstStyle/>
        <a:p>
          <a:endParaRPr lang="en-US"/>
        </a:p>
      </dgm:t>
    </dgm:pt>
    <dgm:pt modelId="{CA2D8883-D081-4723-9506-7F75DCC8BF0A}" type="sibTrans" cxnId="{24D49C54-4071-4A59-B01B-83C597906215}">
      <dgm:prSet/>
      <dgm:spPr/>
      <dgm:t>
        <a:bodyPr/>
        <a:lstStyle/>
        <a:p>
          <a:endParaRPr lang="en-US"/>
        </a:p>
      </dgm:t>
    </dgm:pt>
    <dgm:pt modelId="{D5EC5864-9CF6-4484-B6F0-5D4B81F6F990}">
      <dgm:prSet/>
      <dgm:spPr/>
      <dgm:t>
        <a:bodyPr/>
        <a:lstStyle/>
        <a:p>
          <a:r>
            <a:rPr lang="en-US" b="0" i="0" baseline="0"/>
            <a:t>EV owners face uncertainty in mileage, battery condition, and maintenance scheduling. </a:t>
          </a:r>
          <a:endParaRPr lang="en-US"/>
        </a:p>
      </dgm:t>
    </dgm:pt>
    <dgm:pt modelId="{6E17D265-A696-4631-B331-C6150DFE9021}" type="parTrans" cxnId="{EF73C516-7643-4952-BECB-EFD2256D4775}">
      <dgm:prSet/>
      <dgm:spPr/>
      <dgm:t>
        <a:bodyPr/>
        <a:lstStyle/>
        <a:p>
          <a:endParaRPr lang="en-US"/>
        </a:p>
      </dgm:t>
    </dgm:pt>
    <dgm:pt modelId="{73167324-A9ED-4767-A2CD-1A4E1AA6ED7A}" type="sibTrans" cxnId="{EF73C516-7643-4952-BECB-EFD2256D4775}">
      <dgm:prSet/>
      <dgm:spPr/>
      <dgm:t>
        <a:bodyPr/>
        <a:lstStyle/>
        <a:p>
          <a:endParaRPr lang="en-US"/>
        </a:p>
      </dgm:t>
    </dgm:pt>
    <dgm:pt modelId="{8300662D-F155-4C93-82A3-C205F0AE0D6A}">
      <dgm:prSet/>
      <dgm:spPr/>
      <dgm:t>
        <a:bodyPr/>
        <a:lstStyle/>
        <a:p>
          <a:r>
            <a:rPr lang="en-US" b="0" i="0" baseline="0"/>
            <a:t>Centralized machine learning requires sharing raw charging data, causing privacy concerns. </a:t>
          </a:r>
          <a:endParaRPr lang="en-US"/>
        </a:p>
      </dgm:t>
    </dgm:pt>
    <dgm:pt modelId="{15140F08-2131-48D6-900C-A292D98138B6}" type="parTrans" cxnId="{097D04C5-5292-444D-B427-F869EFCB1690}">
      <dgm:prSet/>
      <dgm:spPr/>
      <dgm:t>
        <a:bodyPr/>
        <a:lstStyle/>
        <a:p>
          <a:endParaRPr lang="en-US"/>
        </a:p>
      </dgm:t>
    </dgm:pt>
    <dgm:pt modelId="{2DC0A45F-3154-4344-9EB7-6C6DC8D956C3}" type="sibTrans" cxnId="{097D04C5-5292-444D-B427-F869EFCB1690}">
      <dgm:prSet/>
      <dgm:spPr/>
      <dgm:t>
        <a:bodyPr/>
        <a:lstStyle/>
        <a:p>
          <a:endParaRPr lang="en-US"/>
        </a:p>
      </dgm:t>
    </dgm:pt>
    <dgm:pt modelId="{44606BEF-C9A1-4484-A89E-86569FCE86DE}">
      <dgm:prSet/>
      <dgm:spPr/>
      <dgm:t>
        <a:bodyPr/>
        <a:lstStyle/>
        <a:p>
          <a:r>
            <a:rPr lang="en-US" b="0" i="0" baseline="0"/>
            <a:t>Vehicle charging behavior differs across users and vehicle models. </a:t>
          </a:r>
          <a:endParaRPr lang="en-US"/>
        </a:p>
      </dgm:t>
    </dgm:pt>
    <dgm:pt modelId="{7A764A75-8D65-4CFC-96DE-4D41F8E4B87F}" type="parTrans" cxnId="{812150A2-8072-48E6-B9B3-9D34B7BFED95}">
      <dgm:prSet/>
      <dgm:spPr/>
      <dgm:t>
        <a:bodyPr/>
        <a:lstStyle/>
        <a:p>
          <a:endParaRPr lang="en-US"/>
        </a:p>
      </dgm:t>
    </dgm:pt>
    <dgm:pt modelId="{6357B03F-D070-45F0-A900-4EAF272E8837}" type="sibTrans" cxnId="{812150A2-8072-48E6-B9B3-9D34B7BFED95}">
      <dgm:prSet/>
      <dgm:spPr/>
      <dgm:t>
        <a:bodyPr/>
        <a:lstStyle/>
        <a:p>
          <a:endParaRPr lang="en-US"/>
        </a:p>
      </dgm:t>
    </dgm:pt>
    <dgm:pt modelId="{1FF28054-9732-4AEF-97AE-CCEEE5DC6E22}">
      <dgm:prSet/>
      <dgm:spPr/>
      <dgm:t>
        <a:bodyPr/>
        <a:lstStyle/>
        <a:p>
          <a:r>
            <a:rPr lang="en-US" b="0" i="0" baseline="0"/>
            <a:t>Federated Learning enables collaborative learning while preserving customer privacy. </a:t>
          </a:r>
          <a:endParaRPr lang="en-US"/>
        </a:p>
      </dgm:t>
    </dgm:pt>
    <dgm:pt modelId="{3C9332BD-A701-438D-8825-AFB922A180C7}" type="parTrans" cxnId="{AA1A2C94-3118-4AEB-8675-CF8E14FBD769}">
      <dgm:prSet/>
      <dgm:spPr/>
      <dgm:t>
        <a:bodyPr/>
        <a:lstStyle/>
        <a:p>
          <a:endParaRPr lang="en-US"/>
        </a:p>
      </dgm:t>
    </dgm:pt>
    <dgm:pt modelId="{2009A04E-A855-4D06-B93D-669BCDB290EB}" type="sibTrans" cxnId="{AA1A2C94-3118-4AEB-8675-CF8E14FBD769}">
      <dgm:prSet/>
      <dgm:spPr/>
      <dgm:t>
        <a:bodyPr/>
        <a:lstStyle/>
        <a:p>
          <a:endParaRPr lang="en-US"/>
        </a:p>
      </dgm:t>
    </dgm:pt>
    <dgm:pt modelId="{9F5269F7-9E56-4636-9336-1EE6385247FE}">
      <dgm:prSet/>
      <dgm:spPr/>
      <dgm:t>
        <a:bodyPr/>
        <a:lstStyle/>
        <a:p>
          <a:r>
            <a:rPr lang="en-US" b="0" i="0" baseline="0"/>
            <a:t>The project aims to provide personalized EV analytics without exposing raw vehicle data. </a:t>
          </a:r>
          <a:endParaRPr lang="en-US"/>
        </a:p>
      </dgm:t>
    </dgm:pt>
    <dgm:pt modelId="{9CE1905B-3973-46B4-9B68-DDB9765F08D6}" type="parTrans" cxnId="{2FCBFBD0-B30C-4617-97F5-8CA8E4A4096C}">
      <dgm:prSet/>
      <dgm:spPr/>
      <dgm:t>
        <a:bodyPr/>
        <a:lstStyle/>
        <a:p>
          <a:endParaRPr lang="en-US"/>
        </a:p>
      </dgm:t>
    </dgm:pt>
    <dgm:pt modelId="{83C212BB-B015-49B0-BD2E-1AA21247AE3F}" type="sibTrans" cxnId="{2FCBFBD0-B30C-4617-97F5-8CA8E4A4096C}">
      <dgm:prSet/>
      <dgm:spPr/>
      <dgm:t>
        <a:bodyPr/>
        <a:lstStyle/>
        <a:p>
          <a:endParaRPr lang="en-US"/>
        </a:p>
      </dgm:t>
    </dgm:pt>
    <dgm:pt modelId="{E6B1E258-D67A-4A7A-BD48-B740057F4CA7}" type="pres">
      <dgm:prSet presAssocID="{A845F4D1-FAEA-4DDA-8315-364360190157}" presName="root" presStyleCnt="0">
        <dgm:presLayoutVars>
          <dgm:dir/>
          <dgm:resizeHandles val="exact"/>
        </dgm:presLayoutVars>
      </dgm:prSet>
      <dgm:spPr/>
    </dgm:pt>
    <dgm:pt modelId="{5D4F7FAA-F682-4B1F-975B-C116ECD84E35}" type="pres">
      <dgm:prSet presAssocID="{18AFF808-9B9D-472F-B0AD-27E6E871837C}" presName="compNode" presStyleCnt="0"/>
      <dgm:spPr/>
    </dgm:pt>
    <dgm:pt modelId="{D1730771-4088-41E1-8753-64A27AC8ECD8}" type="pres">
      <dgm:prSet presAssocID="{18AFF808-9B9D-472F-B0AD-27E6E871837C}" presName="bgRect" presStyleLbl="bgShp" presStyleIdx="0" presStyleCnt="6"/>
      <dgm:spPr/>
    </dgm:pt>
    <dgm:pt modelId="{7CF09944-56DC-45F4-BB25-47375D7B6CCB}" type="pres">
      <dgm:prSet presAssocID="{18AFF808-9B9D-472F-B0AD-27E6E871837C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F0AC2D08-1866-4FEE-9496-A56627B48F94}" type="pres">
      <dgm:prSet presAssocID="{18AFF808-9B9D-472F-B0AD-27E6E871837C}" presName="spaceRect" presStyleCnt="0"/>
      <dgm:spPr/>
    </dgm:pt>
    <dgm:pt modelId="{72D3CCDC-3DD9-4657-B1A6-40189E5E6860}" type="pres">
      <dgm:prSet presAssocID="{18AFF808-9B9D-472F-B0AD-27E6E871837C}" presName="parTx" presStyleLbl="revTx" presStyleIdx="0" presStyleCnt="6">
        <dgm:presLayoutVars>
          <dgm:chMax val="0"/>
          <dgm:chPref val="0"/>
        </dgm:presLayoutVars>
      </dgm:prSet>
      <dgm:spPr/>
    </dgm:pt>
    <dgm:pt modelId="{49EFF31C-0107-46C3-9176-7502A7697B08}" type="pres">
      <dgm:prSet presAssocID="{CA2D8883-D081-4723-9506-7F75DCC8BF0A}" presName="sibTrans" presStyleCnt="0"/>
      <dgm:spPr/>
    </dgm:pt>
    <dgm:pt modelId="{5B46161E-EF88-4613-B490-6FD18CAE6D92}" type="pres">
      <dgm:prSet presAssocID="{D5EC5864-9CF6-4484-B6F0-5D4B81F6F990}" presName="compNode" presStyleCnt="0"/>
      <dgm:spPr/>
    </dgm:pt>
    <dgm:pt modelId="{0D35D015-64E7-4077-BD3F-B3DB7EF4B90A}" type="pres">
      <dgm:prSet presAssocID="{D5EC5864-9CF6-4484-B6F0-5D4B81F6F990}" presName="bgRect" presStyleLbl="bgShp" presStyleIdx="1" presStyleCnt="6"/>
      <dgm:spPr/>
    </dgm:pt>
    <dgm:pt modelId="{95F8A260-EECB-4F90-863D-BB437201D5CF}" type="pres">
      <dgm:prSet presAssocID="{D5EC5864-9CF6-4484-B6F0-5D4B81F6F990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DB3ECCE3-17B5-4F69-9D00-DBFE74AC425C}" type="pres">
      <dgm:prSet presAssocID="{D5EC5864-9CF6-4484-B6F0-5D4B81F6F990}" presName="spaceRect" presStyleCnt="0"/>
      <dgm:spPr/>
    </dgm:pt>
    <dgm:pt modelId="{42E88013-CDE6-4536-B5B5-58FA6C8E03B0}" type="pres">
      <dgm:prSet presAssocID="{D5EC5864-9CF6-4484-B6F0-5D4B81F6F990}" presName="parTx" presStyleLbl="revTx" presStyleIdx="1" presStyleCnt="6">
        <dgm:presLayoutVars>
          <dgm:chMax val="0"/>
          <dgm:chPref val="0"/>
        </dgm:presLayoutVars>
      </dgm:prSet>
      <dgm:spPr/>
    </dgm:pt>
    <dgm:pt modelId="{CC265859-B705-474F-979F-96D04F23DB17}" type="pres">
      <dgm:prSet presAssocID="{73167324-A9ED-4767-A2CD-1A4E1AA6ED7A}" presName="sibTrans" presStyleCnt="0"/>
      <dgm:spPr/>
    </dgm:pt>
    <dgm:pt modelId="{66CC54CE-F6A3-4D22-9B37-A2D90D105A14}" type="pres">
      <dgm:prSet presAssocID="{8300662D-F155-4C93-82A3-C205F0AE0D6A}" presName="compNode" presStyleCnt="0"/>
      <dgm:spPr/>
    </dgm:pt>
    <dgm:pt modelId="{3A952303-8635-4A79-82D7-3BE0FF42BBFD}" type="pres">
      <dgm:prSet presAssocID="{8300662D-F155-4C93-82A3-C205F0AE0D6A}" presName="bgRect" presStyleLbl="bgShp" presStyleIdx="2" presStyleCnt="6"/>
      <dgm:spPr/>
    </dgm:pt>
    <dgm:pt modelId="{657F0E72-E43E-47CE-A2BD-01500A146F21}" type="pres">
      <dgm:prSet presAssocID="{8300662D-F155-4C93-82A3-C205F0AE0D6A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2B974091-29BF-499C-9CB7-F6EA74DF9819}" type="pres">
      <dgm:prSet presAssocID="{8300662D-F155-4C93-82A3-C205F0AE0D6A}" presName="spaceRect" presStyleCnt="0"/>
      <dgm:spPr/>
    </dgm:pt>
    <dgm:pt modelId="{AFC0F444-E4CB-45AA-A70E-5E9F84994BB5}" type="pres">
      <dgm:prSet presAssocID="{8300662D-F155-4C93-82A3-C205F0AE0D6A}" presName="parTx" presStyleLbl="revTx" presStyleIdx="2" presStyleCnt="6">
        <dgm:presLayoutVars>
          <dgm:chMax val="0"/>
          <dgm:chPref val="0"/>
        </dgm:presLayoutVars>
      </dgm:prSet>
      <dgm:spPr/>
    </dgm:pt>
    <dgm:pt modelId="{01D83378-C28A-45AA-9020-FF82ED856D1D}" type="pres">
      <dgm:prSet presAssocID="{2DC0A45F-3154-4344-9EB7-6C6DC8D956C3}" presName="sibTrans" presStyleCnt="0"/>
      <dgm:spPr/>
    </dgm:pt>
    <dgm:pt modelId="{1627897B-69BE-40F8-B71A-8128BAC5331C}" type="pres">
      <dgm:prSet presAssocID="{44606BEF-C9A1-4484-A89E-86569FCE86DE}" presName="compNode" presStyleCnt="0"/>
      <dgm:spPr/>
    </dgm:pt>
    <dgm:pt modelId="{A300DEAC-44B6-4564-856D-6886FEA6F8BC}" type="pres">
      <dgm:prSet presAssocID="{44606BEF-C9A1-4484-A89E-86569FCE86DE}" presName="bgRect" presStyleLbl="bgShp" presStyleIdx="3" presStyleCnt="6"/>
      <dgm:spPr/>
    </dgm:pt>
    <dgm:pt modelId="{B3F31F87-D54C-4BB5-858E-EF97882C6119}" type="pres">
      <dgm:prSet presAssocID="{44606BEF-C9A1-4484-A89E-86569FCE86DE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37DAAE8E-5127-4D4D-8A1E-98829F4FD2AB}" type="pres">
      <dgm:prSet presAssocID="{44606BEF-C9A1-4484-A89E-86569FCE86DE}" presName="spaceRect" presStyleCnt="0"/>
      <dgm:spPr/>
    </dgm:pt>
    <dgm:pt modelId="{EF7C190C-79AB-4583-B4FE-4897F0E90D2A}" type="pres">
      <dgm:prSet presAssocID="{44606BEF-C9A1-4484-A89E-86569FCE86DE}" presName="parTx" presStyleLbl="revTx" presStyleIdx="3" presStyleCnt="6">
        <dgm:presLayoutVars>
          <dgm:chMax val="0"/>
          <dgm:chPref val="0"/>
        </dgm:presLayoutVars>
      </dgm:prSet>
      <dgm:spPr/>
    </dgm:pt>
    <dgm:pt modelId="{0F2528ED-1A53-444F-86D2-D8DC9BF3420B}" type="pres">
      <dgm:prSet presAssocID="{6357B03F-D070-45F0-A900-4EAF272E8837}" presName="sibTrans" presStyleCnt="0"/>
      <dgm:spPr/>
    </dgm:pt>
    <dgm:pt modelId="{425643A7-DE44-4A16-9526-874A7F689858}" type="pres">
      <dgm:prSet presAssocID="{1FF28054-9732-4AEF-97AE-CCEEE5DC6E22}" presName="compNode" presStyleCnt="0"/>
      <dgm:spPr/>
    </dgm:pt>
    <dgm:pt modelId="{9A6AB98A-F132-445F-B12C-4B1A2E92029E}" type="pres">
      <dgm:prSet presAssocID="{1FF28054-9732-4AEF-97AE-CCEEE5DC6E22}" presName="bgRect" presStyleLbl="bgShp" presStyleIdx="4" presStyleCnt="6"/>
      <dgm:spPr/>
    </dgm:pt>
    <dgm:pt modelId="{98F4149F-39FD-4B0E-8587-F9FB45B576FC}" type="pres">
      <dgm:prSet presAssocID="{1FF28054-9732-4AEF-97AE-CCEEE5DC6E22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D11BE649-76FA-4260-8195-919180E91FA0}" type="pres">
      <dgm:prSet presAssocID="{1FF28054-9732-4AEF-97AE-CCEEE5DC6E22}" presName="spaceRect" presStyleCnt="0"/>
      <dgm:spPr/>
    </dgm:pt>
    <dgm:pt modelId="{446CABFD-6D94-4F29-BA31-03A1D202745D}" type="pres">
      <dgm:prSet presAssocID="{1FF28054-9732-4AEF-97AE-CCEEE5DC6E22}" presName="parTx" presStyleLbl="revTx" presStyleIdx="4" presStyleCnt="6">
        <dgm:presLayoutVars>
          <dgm:chMax val="0"/>
          <dgm:chPref val="0"/>
        </dgm:presLayoutVars>
      </dgm:prSet>
      <dgm:spPr/>
    </dgm:pt>
    <dgm:pt modelId="{5E95DF5D-1745-419B-A9E4-F49BF5E5DD49}" type="pres">
      <dgm:prSet presAssocID="{2009A04E-A855-4D06-B93D-669BCDB290EB}" presName="sibTrans" presStyleCnt="0"/>
      <dgm:spPr/>
    </dgm:pt>
    <dgm:pt modelId="{58CC1ADF-5E13-46F2-B3FF-0ACD35396B79}" type="pres">
      <dgm:prSet presAssocID="{9F5269F7-9E56-4636-9336-1EE6385247FE}" presName="compNode" presStyleCnt="0"/>
      <dgm:spPr/>
    </dgm:pt>
    <dgm:pt modelId="{BC38E0A1-DF20-4493-9F31-DEBB05018480}" type="pres">
      <dgm:prSet presAssocID="{9F5269F7-9E56-4636-9336-1EE6385247FE}" presName="bgRect" presStyleLbl="bgShp" presStyleIdx="5" presStyleCnt="6"/>
      <dgm:spPr/>
    </dgm:pt>
    <dgm:pt modelId="{9B1DE0F2-E616-4F62-BD52-A63A4E530CD8}" type="pres">
      <dgm:prSet presAssocID="{9F5269F7-9E56-4636-9336-1EE6385247FE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31AC49C-9BC0-4428-B74F-C3FE80D671B2}" type="pres">
      <dgm:prSet presAssocID="{9F5269F7-9E56-4636-9336-1EE6385247FE}" presName="spaceRect" presStyleCnt="0"/>
      <dgm:spPr/>
    </dgm:pt>
    <dgm:pt modelId="{4B558B43-D858-48B5-9B98-4656A2589D34}" type="pres">
      <dgm:prSet presAssocID="{9F5269F7-9E56-4636-9336-1EE6385247FE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7E8C7B12-BF1E-47F0-A89C-E4BB0B11856A}" type="presOf" srcId="{44606BEF-C9A1-4484-A89E-86569FCE86DE}" destId="{EF7C190C-79AB-4583-B4FE-4897F0E90D2A}" srcOrd="0" destOrd="0" presId="urn:microsoft.com/office/officeart/2018/2/layout/IconVerticalSolidList"/>
    <dgm:cxn modelId="{EF73C516-7643-4952-BECB-EFD2256D4775}" srcId="{A845F4D1-FAEA-4DDA-8315-364360190157}" destId="{D5EC5864-9CF6-4484-B6F0-5D4B81F6F990}" srcOrd="1" destOrd="0" parTransId="{6E17D265-A696-4631-B331-C6150DFE9021}" sibTransId="{73167324-A9ED-4767-A2CD-1A4E1AA6ED7A}"/>
    <dgm:cxn modelId="{1AAD6E19-4244-4107-A4A6-2773505AD278}" type="presOf" srcId="{18AFF808-9B9D-472F-B0AD-27E6E871837C}" destId="{72D3CCDC-3DD9-4657-B1A6-40189E5E6860}" srcOrd="0" destOrd="0" presId="urn:microsoft.com/office/officeart/2018/2/layout/IconVerticalSolidList"/>
    <dgm:cxn modelId="{3E964234-C086-49F7-B543-28526F3FDF04}" type="presOf" srcId="{9F5269F7-9E56-4636-9336-1EE6385247FE}" destId="{4B558B43-D858-48B5-9B98-4656A2589D34}" srcOrd="0" destOrd="0" presId="urn:microsoft.com/office/officeart/2018/2/layout/IconVerticalSolidList"/>
    <dgm:cxn modelId="{EB6DF45B-0C2D-4908-8AA3-35F6806F16C4}" type="presOf" srcId="{D5EC5864-9CF6-4484-B6F0-5D4B81F6F990}" destId="{42E88013-CDE6-4536-B5B5-58FA6C8E03B0}" srcOrd="0" destOrd="0" presId="urn:microsoft.com/office/officeart/2018/2/layout/IconVerticalSolidList"/>
    <dgm:cxn modelId="{33838269-6B02-4616-8AEF-629334700DAE}" type="presOf" srcId="{A845F4D1-FAEA-4DDA-8315-364360190157}" destId="{E6B1E258-D67A-4A7A-BD48-B740057F4CA7}" srcOrd="0" destOrd="0" presId="urn:microsoft.com/office/officeart/2018/2/layout/IconVerticalSolidList"/>
    <dgm:cxn modelId="{24D49C54-4071-4A59-B01B-83C597906215}" srcId="{A845F4D1-FAEA-4DDA-8315-364360190157}" destId="{18AFF808-9B9D-472F-B0AD-27E6E871837C}" srcOrd="0" destOrd="0" parTransId="{0D95ABC7-6B46-43B7-B259-80EE9BAD0FF7}" sibTransId="{CA2D8883-D081-4723-9506-7F75DCC8BF0A}"/>
    <dgm:cxn modelId="{A2921888-F318-46F5-8758-D978CDABFF7A}" type="presOf" srcId="{1FF28054-9732-4AEF-97AE-CCEEE5DC6E22}" destId="{446CABFD-6D94-4F29-BA31-03A1D202745D}" srcOrd="0" destOrd="0" presId="urn:microsoft.com/office/officeart/2018/2/layout/IconVerticalSolidList"/>
    <dgm:cxn modelId="{AA1A2C94-3118-4AEB-8675-CF8E14FBD769}" srcId="{A845F4D1-FAEA-4DDA-8315-364360190157}" destId="{1FF28054-9732-4AEF-97AE-CCEEE5DC6E22}" srcOrd="4" destOrd="0" parTransId="{3C9332BD-A701-438D-8825-AFB922A180C7}" sibTransId="{2009A04E-A855-4D06-B93D-669BCDB290EB}"/>
    <dgm:cxn modelId="{812150A2-8072-48E6-B9B3-9D34B7BFED95}" srcId="{A845F4D1-FAEA-4DDA-8315-364360190157}" destId="{44606BEF-C9A1-4484-A89E-86569FCE86DE}" srcOrd="3" destOrd="0" parTransId="{7A764A75-8D65-4CFC-96DE-4D41F8E4B87F}" sibTransId="{6357B03F-D070-45F0-A900-4EAF272E8837}"/>
    <dgm:cxn modelId="{097D04C5-5292-444D-B427-F869EFCB1690}" srcId="{A845F4D1-FAEA-4DDA-8315-364360190157}" destId="{8300662D-F155-4C93-82A3-C205F0AE0D6A}" srcOrd="2" destOrd="0" parTransId="{15140F08-2131-48D6-900C-A292D98138B6}" sibTransId="{2DC0A45F-3154-4344-9EB7-6C6DC8D956C3}"/>
    <dgm:cxn modelId="{2FCBFBD0-B30C-4617-97F5-8CA8E4A4096C}" srcId="{A845F4D1-FAEA-4DDA-8315-364360190157}" destId="{9F5269F7-9E56-4636-9336-1EE6385247FE}" srcOrd="5" destOrd="0" parTransId="{9CE1905B-3973-46B4-9B68-DDB9765F08D6}" sibTransId="{83C212BB-B015-49B0-BD2E-1AA21247AE3F}"/>
    <dgm:cxn modelId="{8272EBFA-FD44-4942-8FF3-F93AC4BF44C2}" type="presOf" srcId="{8300662D-F155-4C93-82A3-C205F0AE0D6A}" destId="{AFC0F444-E4CB-45AA-A70E-5E9F84994BB5}" srcOrd="0" destOrd="0" presId="urn:microsoft.com/office/officeart/2018/2/layout/IconVerticalSolidList"/>
    <dgm:cxn modelId="{AC034FEC-721A-49B2-B586-5E5D57447EF6}" type="presParOf" srcId="{E6B1E258-D67A-4A7A-BD48-B740057F4CA7}" destId="{5D4F7FAA-F682-4B1F-975B-C116ECD84E35}" srcOrd="0" destOrd="0" presId="urn:microsoft.com/office/officeart/2018/2/layout/IconVerticalSolidList"/>
    <dgm:cxn modelId="{F9E62F6C-4B8E-4F6C-BAFB-AED4A8962E77}" type="presParOf" srcId="{5D4F7FAA-F682-4B1F-975B-C116ECD84E35}" destId="{D1730771-4088-41E1-8753-64A27AC8ECD8}" srcOrd="0" destOrd="0" presId="urn:microsoft.com/office/officeart/2018/2/layout/IconVerticalSolidList"/>
    <dgm:cxn modelId="{A8FACADB-954E-4A54-9A9F-E2099D352221}" type="presParOf" srcId="{5D4F7FAA-F682-4B1F-975B-C116ECD84E35}" destId="{7CF09944-56DC-45F4-BB25-47375D7B6CCB}" srcOrd="1" destOrd="0" presId="urn:microsoft.com/office/officeart/2018/2/layout/IconVerticalSolidList"/>
    <dgm:cxn modelId="{F166AFBD-DD21-4708-8421-4335979BD4D4}" type="presParOf" srcId="{5D4F7FAA-F682-4B1F-975B-C116ECD84E35}" destId="{F0AC2D08-1866-4FEE-9496-A56627B48F94}" srcOrd="2" destOrd="0" presId="urn:microsoft.com/office/officeart/2018/2/layout/IconVerticalSolidList"/>
    <dgm:cxn modelId="{03D8079F-48C3-4841-9EF7-A993381A35D4}" type="presParOf" srcId="{5D4F7FAA-F682-4B1F-975B-C116ECD84E35}" destId="{72D3CCDC-3DD9-4657-B1A6-40189E5E6860}" srcOrd="3" destOrd="0" presId="urn:microsoft.com/office/officeart/2018/2/layout/IconVerticalSolidList"/>
    <dgm:cxn modelId="{CB2BDF97-76BE-48F3-8A28-CDD8D8999A90}" type="presParOf" srcId="{E6B1E258-D67A-4A7A-BD48-B740057F4CA7}" destId="{49EFF31C-0107-46C3-9176-7502A7697B08}" srcOrd="1" destOrd="0" presId="urn:microsoft.com/office/officeart/2018/2/layout/IconVerticalSolidList"/>
    <dgm:cxn modelId="{F742490F-7B2E-454C-8F36-53F7708188FD}" type="presParOf" srcId="{E6B1E258-D67A-4A7A-BD48-B740057F4CA7}" destId="{5B46161E-EF88-4613-B490-6FD18CAE6D92}" srcOrd="2" destOrd="0" presId="urn:microsoft.com/office/officeart/2018/2/layout/IconVerticalSolidList"/>
    <dgm:cxn modelId="{943958F7-1E07-422C-B00A-3B75432E16FB}" type="presParOf" srcId="{5B46161E-EF88-4613-B490-6FD18CAE6D92}" destId="{0D35D015-64E7-4077-BD3F-B3DB7EF4B90A}" srcOrd="0" destOrd="0" presId="urn:microsoft.com/office/officeart/2018/2/layout/IconVerticalSolidList"/>
    <dgm:cxn modelId="{A13C0B23-C7B3-4E4E-BD12-00D8FF0DCFE3}" type="presParOf" srcId="{5B46161E-EF88-4613-B490-6FD18CAE6D92}" destId="{95F8A260-EECB-4F90-863D-BB437201D5CF}" srcOrd="1" destOrd="0" presId="urn:microsoft.com/office/officeart/2018/2/layout/IconVerticalSolidList"/>
    <dgm:cxn modelId="{BCB4573B-3B1D-4C7B-B16B-99D308368951}" type="presParOf" srcId="{5B46161E-EF88-4613-B490-6FD18CAE6D92}" destId="{DB3ECCE3-17B5-4F69-9D00-DBFE74AC425C}" srcOrd="2" destOrd="0" presId="urn:microsoft.com/office/officeart/2018/2/layout/IconVerticalSolidList"/>
    <dgm:cxn modelId="{CB6A17B3-B11F-4049-B79B-8A97556CD205}" type="presParOf" srcId="{5B46161E-EF88-4613-B490-6FD18CAE6D92}" destId="{42E88013-CDE6-4536-B5B5-58FA6C8E03B0}" srcOrd="3" destOrd="0" presId="urn:microsoft.com/office/officeart/2018/2/layout/IconVerticalSolidList"/>
    <dgm:cxn modelId="{34215697-9706-4C56-B0C0-B6F33D9F2CD0}" type="presParOf" srcId="{E6B1E258-D67A-4A7A-BD48-B740057F4CA7}" destId="{CC265859-B705-474F-979F-96D04F23DB17}" srcOrd="3" destOrd="0" presId="urn:microsoft.com/office/officeart/2018/2/layout/IconVerticalSolidList"/>
    <dgm:cxn modelId="{38CAE63A-A2D4-48AF-B942-805E55940634}" type="presParOf" srcId="{E6B1E258-D67A-4A7A-BD48-B740057F4CA7}" destId="{66CC54CE-F6A3-4D22-9B37-A2D90D105A14}" srcOrd="4" destOrd="0" presId="urn:microsoft.com/office/officeart/2018/2/layout/IconVerticalSolidList"/>
    <dgm:cxn modelId="{EE732E00-9E10-4DF5-9830-DEBD0903F46D}" type="presParOf" srcId="{66CC54CE-F6A3-4D22-9B37-A2D90D105A14}" destId="{3A952303-8635-4A79-82D7-3BE0FF42BBFD}" srcOrd="0" destOrd="0" presId="urn:microsoft.com/office/officeart/2018/2/layout/IconVerticalSolidList"/>
    <dgm:cxn modelId="{79B2E8EC-F90F-4794-B7B3-48F5F20FDECF}" type="presParOf" srcId="{66CC54CE-F6A3-4D22-9B37-A2D90D105A14}" destId="{657F0E72-E43E-47CE-A2BD-01500A146F21}" srcOrd="1" destOrd="0" presId="urn:microsoft.com/office/officeart/2018/2/layout/IconVerticalSolidList"/>
    <dgm:cxn modelId="{C5039346-4CA7-4F3F-9541-78013B51D4AE}" type="presParOf" srcId="{66CC54CE-F6A3-4D22-9B37-A2D90D105A14}" destId="{2B974091-29BF-499C-9CB7-F6EA74DF9819}" srcOrd="2" destOrd="0" presId="urn:microsoft.com/office/officeart/2018/2/layout/IconVerticalSolidList"/>
    <dgm:cxn modelId="{7C9BC596-4529-4983-A75E-28E84F65605A}" type="presParOf" srcId="{66CC54CE-F6A3-4D22-9B37-A2D90D105A14}" destId="{AFC0F444-E4CB-45AA-A70E-5E9F84994BB5}" srcOrd="3" destOrd="0" presId="urn:microsoft.com/office/officeart/2018/2/layout/IconVerticalSolidList"/>
    <dgm:cxn modelId="{84DB3F1B-B7E3-4B8D-9C33-099E1828728C}" type="presParOf" srcId="{E6B1E258-D67A-4A7A-BD48-B740057F4CA7}" destId="{01D83378-C28A-45AA-9020-FF82ED856D1D}" srcOrd="5" destOrd="0" presId="urn:microsoft.com/office/officeart/2018/2/layout/IconVerticalSolidList"/>
    <dgm:cxn modelId="{51C038BA-D4DA-4961-B598-3805553A032F}" type="presParOf" srcId="{E6B1E258-D67A-4A7A-BD48-B740057F4CA7}" destId="{1627897B-69BE-40F8-B71A-8128BAC5331C}" srcOrd="6" destOrd="0" presId="urn:microsoft.com/office/officeart/2018/2/layout/IconVerticalSolidList"/>
    <dgm:cxn modelId="{0F60FE89-0659-4057-9FF5-148718DCCF22}" type="presParOf" srcId="{1627897B-69BE-40F8-B71A-8128BAC5331C}" destId="{A300DEAC-44B6-4564-856D-6886FEA6F8BC}" srcOrd="0" destOrd="0" presId="urn:microsoft.com/office/officeart/2018/2/layout/IconVerticalSolidList"/>
    <dgm:cxn modelId="{92412D46-C276-4E2A-9372-1BB27BEF631D}" type="presParOf" srcId="{1627897B-69BE-40F8-B71A-8128BAC5331C}" destId="{B3F31F87-D54C-4BB5-858E-EF97882C6119}" srcOrd="1" destOrd="0" presId="urn:microsoft.com/office/officeart/2018/2/layout/IconVerticalSolidList"/>
    <dgm:cxn modelId="{3CC1C549-D4BA-45F3-9241-C22DA7AD1444}" type="presParOf" srcId="{1627897B-69BE-40F8-B71A-8128BAC5331C}" destId="{37DAAE8E-5127-4D4D-8A1E-98829F4FD2AB}" srcOrd="2" destOrd="0" presId="urn:microsoft.com/office/officeart/2018/2/layout/IconVerticalSolidList"/>
    <dgm:cxn modelId="{228EE253-A40D-4A68-8A5B-87D05AB8E9BD}" type="presParOf" srcId="{1627897B-69BE-40F8-B71A-8128BAC5331C}" destId="{EF7C190C-79AB-4583-B4FE-4897F0E90D2A}" srcOrd="3" destOrd="0" presId="urn:microsoft.com/office/officeart/2018/2/layout/IconVerticalSolidList"/>
    <dgm:cxn modelId="{A1F10919-CE7F-44BA-B22F-C7C05F160078}" type="presParOf" srcId="{E6B1E258-D67A-4A7A-BD48-B740057F4CA7}" destId="{0F2528ED-1A53-444F-86D2-D8DC9BF3420B}" srcOrd="7" destOrd="0" presId="urn:microsoft.com/office/officeart/2018/2/layout/IconVerticalSolidList"/>
    <dgm:cxn modelId="{AE1E94DF-AC1C-4188-ABB5-FBE4DA3FF956}" type="presParOf" srcId="{E6B1E258-D67A-4A7A-BD48-B740057F4CA7}" destId="{425643A7-DE44-4A16-9526-874A7F689858}" srcOrd="8" destOrd="0" presId="urn:microsoft.com/office/officeart/2018/2/layout/IconVerticalSolidList"/>
    <dgm:cxn modelId="{D8A443D8-D5DC-48ED-847A-AABCE5733C2B}" type="presParOf" srcId="{425643A7-DE44-4A16-9526-874A7F689858}" destId="{9A6AB98A-F132-445F-B12C-4B1A2E92029E}" srcOrd="0" destOrd="0" presId="urn:microsoft.com/office/officeart/2018/2/layout/IconVerticalSolidList"/>
    <dgm:cxn modelId="{A70C6E50-0B21-41DC-98DF-12191BC90C95}" type="presParOf" srcId="{425643A7-DE44-4A16-9526-874A7F689858}" destId="{98F4149F-39FD-4B0E-8587-F9FB45B576FC}" srcOrd="1" destOrd="0" presId="urn:microsoft.com/office/officeart/2018/2/layout/IconVerticalSolidList"/>
    <dgm:cxn modelId="{66269BE0-3831-4275-9440-58DDE9AA1076}" type="presParOf" srcId="{425643A7-DE44-4A16-9526-874A7F689858}" destId="{D11BE649-76FA-4260-8195-919180E91FA0}" srcOrd="2" destOrd="0" presId="urn:microsoft.com/office/officeart/2018/2/layout/IconVerticalSolidList"/>
    <dgm:cxn modelId="{71B9B3B1-5977-48A7-80C4-DD6C927BACA6}" type="presParOf" srcId="{425643A7-DE44-4A16-9526-874A7F689858}" destId="{446CABFD-6D94-4F29-BA31-03A1D202745D}" srcOrd="3" destOrd="0" presId="urn:microsoft.com/office/officeart/2018/2/layout/IconVerticalSolidList"/>
    <dgm:cxn modelId="{673A1061-EA2E-43A7-BA5C-DEEFF4D2508F}" type="presParOf" srcId="{E6B1E258-D67A-4A7A-BD48-B740057F4CA7}" destId="{5E95DF5D-1745-419B-A9E4-F49BF5E5DD49}" srcOrd="9" destOrd="0" presId="urn:microsoft.com/office/officeart/2018/2/layout/IconVerticalSolidList"/>
    <dgm:cxn modelId="{848778E4-C6E9-4956-9D8B-8505A44AF354}" type="presParOf" srcId="{E6B1E258-D67A-4A7A-BD48-B740057F4CA7}" destId="{58CC1ADF-5E13-46F2-B3FF-0ACD35396B79}" srcOrd="10" destOrd="0" presId="urn:microsoft.com/office/officeart/2018/2/layout/IconVerticalSolidList"/>
    <dgm:cxn modelId="{B07715D1-A243-40FE-964F-6BDAD821FED4}" type="presParOf" srcId="{58CC1ADF-5E13-46F2-B3FF-0ACD35396B79}" destId="{BC38E0A1-DF20-4493-9F31-DEBB05018480}" srcOrd="0" destOrd="0" presId="urn:microsoft.com/office/officeart/2018/2/layout/IconVerticalSolidList"/>
    <dgm:cxn modelId="{543F2CE2-1058-46A2-A3A1-A2DB0FE0A6F6}" type="presParOf" srcId="{58CC1ADF-5E13-46F2-B3FF-0ACD35396B79}" destId="{9B1DE0F2-E616-4F62-BD52-A63A4E530CD8}" srcOrd="1" destOrd="0" presId="urn:microsoft.com/office/officeart/2018/2/layout/IconVerticalSolidList"/>
    <dgm:cxn modelId="{CE46B2EC-6E34-4DE4-A497-C6F422F4A3E5}" type="presParOf" srcId="{58CC1ADF-5E13-46F2-B3FF-0ACD35396B79}" destId="{831AC49C-9BC0-4428-B74F-C3FE80D671B2}" srcOrd="2" destOrd="0" presId="urn:microsoft.com/office/officeart/2018/2/layout/IconVerticalSolidList"/>
    <dgm:cxn modelId="{B4829ED2-D81B-4E1B-A6D2-5C6F6CB92CEE}" type="presParOf" srcId="{58CC1ADF-5E13-46F2-B3FF-0ACD35396B79}" destId="{4B558B43-D858-48B5-9B98-4656A2589D3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986BC4-5F60-4B46-BEC1-C78E3634CE2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BC5A5F1-C88F-4411-92E8-3DBA9719EB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Each vehicle model is treated as one federated client. </a:t>
          </a:r>
          <a:endParaRPr lang="en-US"/>
        </a:p>
      </dgm:t>
    </dgm:pt>
    <dgm:pt modelId="{3E9D51CC-E1E0-40EC-BAFF-B512D5981442}" type="parTrans" cxnId="{69800EE9-762C-40DA-B97C-88C94832C3B6}">
      <dgm:prSet/>
      <dgm:spPr/>
      <dgm:t>
        <a:bodyPr/>
        <a:lstStyle/>
        <a:p>
          <a:endParaRPr lang="en-US"/>
        </a:p>
      </dgm:t>
    </dgm:pt>
    <dgm:pt modelId="{23EBD2A9-777F-49F5-B248-EDCE390FB72B}" type="sibTrans" cxnId="{69800EE9-762C-40DA-B97C-88C94832C3B6}">
      <dgm:prSet/>
      <dgm:spPr/>
      <dgm:t>
        <a:bodyPr/>
        <a:lstStyle/>
        <a:p>
          <a:endParaRPr lang="en-US"/>
        </a:p>
      </dgm:t>
    </dgm:pt>
    <dgm:pt modelId="{BF3C9A36-911D-42EB-8682-43EB55A8D0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Every client trains a local machine learning model independently. </a:t>
          </a:r>
          <a:endParaRPr lang="en-US"/>
        </a:p>
      </dgm:t>
    </dgm:pt>
    <dgm:pt modelId="{BDA9C5A5-1E91-42A1-B9F1-BA5CE01C53C4}" type="parTrans" cxnId="{C27F586A-4B24-4736-9705-B438C50CCCDE}">
      <dgm:prSet/>
      <dgm:spPr/>
      <dgm:t>
        <a:bodyPr/>
        <a:lstStyle/>
        <a:p>
          <a:endParaRPr lang="en-US"/>
        </a:p>
      </dgm:t>
    </dgm:pt>
    <dgm:pt modelId="{97E8542A-800E-433E-BD5B-668FEB8BD8F9}" type="sibTrans" cxnId="{C27F586A-4B24-4736-9705-B438C50CCCDE}">
      <dgm:prSet/>
      <dgm:spPr/>
      <dgm:t>
        <a:bodyPr/>
        <a:lstStyle/>
        <a:p>
          <a:endParaRPr lang="en-US"/>
        </a:p>
      </dgm:t>
    </dgm:pt>
    <dgm:pt modelId="{B3B4B956-02B2-49E1-B890-170D74AE05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 showroom acts as the global federated server. </a:t>
          </a:r>
          <a:endParaRPr lang="en-US"/>
        </a:p>
      </dgm:t>
    </dgm:pt>
    <dgm:pt modelId="{36F6F601-6542-4DB8-880F-27AEDC3A818F}" type="parTrans" cxnId="{90613591-4179-4A8C-8574-297195B579AE}">
      <dgm:prSet/>
      <dgm:spPr/>
      <dgm:t>
        <a:bodyPr/>
        <a:lstStyle/>
        <a:p>
          <a:endParaRPr lang="en-US"/>
        </a:p>
      </dgm:t>
    </dgm:pt>
    <dgm:pt modelId="{6B9E539B-F102-433B-89CA-0FFB172052BF}" type="sibTrans" cxnId="{90613591-4179-4A8C-8574-297195B579AE}">
      <dgm:prSet/>
      <dgm:spPr/>
      <dgm:t>
        <a:bodyPr/>
        <a:lstStyle/>
        <a:p>
          <a:endParaRPr lang="en-US"/>
        </a:p>
      </dgm:t>
    </dgm:pt>
    <dgm:pt modelId="{009724F7-8F04-4C99-BB44-67175EBD35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Clients send only summarized insights instead of raw charging data. </a:t>
          </a:r>
          <a:endParaRPr lang="en-US"/>
        </a:p>
      </dgm:t>
    </dgm:pt>
    <dgm:pt modelId="{52310A3D-FC13-414B-B1E4-393D7881E45A}" type="parTrans" cxnId="{EB076D93-0652-4796-AFBA-1C3431541CB9}">
      <dgm:prSet/>
      <dgm:spPr/>
      <dgm:t>
        <a:bodyPr/>
        <a:lstStyle/>
        <a:p>
          <a:endParaRPr lang="en-US"/>
        </a:p>
      </dgm:t>
    </dgm:pt>
    <dgm:pt modelId="{8D8CBB00-23EB-42B3-85F6-22EDDE7C7E7A}" type="sibTrans" cxnId="{EB076D93-0652-4796-AFBA-1C3431541CB9}">
      <dgm:prSet/>
      <dgm:spPr/>
      <dgm:t>
        <a:bodyPr/>
        <a:lstStyle/>
        <a:p>
          <a:endParaRPr lang="en-US"/>
        </a:p>
      </dgm:t>
    </dgm:pt>
    <dgm:pt modelId="{35D28D1D-EAF4-4CE9-B6FF-B57542A1CD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The showroom aggregates updates from all clients to generate global knowledge. </a:t>
          </a:r>
          <a:endParaRPr lang="en-US"/>
        </a:p>
      </dgm:t>
    </dgm:pt>
    <dgm:pt modelId="{3A9F7FCD-AA93-4B49-A200-DC262E6F4638}" type="parTrans" cxnId="{712EDAE1-B0FA-4F18-B0A3-CFC70D0E237A}">
      <dgm:prSet/>
      <dgm:spPr/>
      <dgm:t>
        <a:bodyPr/>
        <a:lstStyle/>
        <a:p>
          <a:endParaRPr lang="en-US"/>
        </a:p>
      </dgm:t>
    </dgm:pt>
    <dgm:pt modelId="{DC1B6891-B963-43C3-ABF4-19A076B544DA}" type="sibTrans" cxnId="{712EDAE1-B0FA-4F18-B0A3-CFC70D0E237A}">
      <dgm:prSet/>
      <dgm:spPr/>
      <dgm:t>
        <a:bodyPr/>
        <a:lstStyle/>
        <a:p>
          <a:endParaRPr lang="en-US"/>
        </a:p>
      </dgm:t>
    </dgm:pt>
    <dgm:pt modelId="{B4A70C6C-21E7-4E1C-8D09-F4D4A62739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Global insights are redistributed back to clients for personalized prediction. </a:t>
          </a:r>
          <a:endParaRPr lang="en-US"/>
        </a:p>
      </dgm:t>
    </dgm:pt>
    <dgm:pt modelId="{905FFE55-FE2E-4F5F-89F9-6C27C853A8C8}" type="parTrans" cxnId="{60F19BFA-05C7-4C2A-9559-577859657CBC}">
      <dgm:prSet/>
      <dgm:spPr/>
      <dgm:t>
        <a:bodyPr/>
        <a:lstStyle/>
        <a:p>
          <a:endParaRPr lang="en-US"/>
        </a:p>
      </dgm:t>
    </dgm:pt>
    <dgm:pt modelId="{9E36D753-A2DE-41FE-846F-00DEF0DE69CB}" type="sibTrans" cxnId="{60F19BFA-05C7-4C2A-9559-577859657CBC}">
      <dgm:prSet/>
      <dgm:spPr/>
      <dgm:t>
        <a:bodyPr/>
        <a:lstStyle/>
        <a:p>
          <a:endParaRPr lang="en-US"/>
        </a:p>
      </dgm:t>
    </dgm:pt>
    <dgm:pt modelId="{4F423DFD-3A12-4AD4-B67F-B7453DA5E3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The system predicts mileage, battery health, degradation, and service notifications. </a:t>
          </a:r>
          <a:endParaRPr lang="en-US"/>
        </a:p>
      </dgm:t>
    </dgm:pt>
    <dgm:pt modelId="{16E99706-AAD2-44F8-A421-55A720573B8B}" type="parTrans" cxnId="{411F4A81-EA89-4BD1-82F3-A93EF3D293A6}">
      <dgm:prSet/>
      <dgm:spPr/>
      <dgm:t>
        <a:bodyPr/>
        <a:lstStyle/>
        <a:p>
          <a:endParaRPr lang="en-US"/>
        </a:p>
      </dgm:t>
    </dgm:pt>
    <dgm:pt modelId="{A1562966-268B-47F3-A127-B8F292920E27}" type="sibTrans" cxnId="{411F4A81-EA89-4BD1-82F3-A93EF3D293A6}">
      <dgm:prSet/>
      <dgm:spPr/>
      <dgm:t>
        <a:bodyPr/>
        <a:lstStyle/>
        <a:p>
          <a:endParaRPr lang="en-US"/>
        </a:p>
      </dgm:t>
    </dgm:pt>
    <dgm:pt modelId="{8C04A8A9-0F89-40CC-B82C-A188D765A0F6}" type="pres">
      <dgm:prSet presAssocID="{4B986BC4-5F60-4B46-BEC1-C78E3634CE28}" presName="root" presStyleCnt="0">
        <dgm:presLayoutVars>
          <dgm:dir/>
          <dgm:resizeHandles val="exact"/>
        </dgm:presLayoutVars>
      </dgm:prSet>
      <dgm:spPr/>
    </dgm:pt>
    <dgm:pt modelId="{BAE375DC-5D40-4E8D-8280-E14797C68D12}" type="pres">
      <dgm:prSet presAssocID="{5BC5A5F1-C88F-4411-92E8-3DBA9719EBB1}" presName="compNode" presStyleCnt="0"/>
      <dgm:spPr/>
    </dgm:pt>
    <dgm:pt modelId="{05C1F5A3-CCBD-467A-9E46-4F4BA2CA7329}" type="pres">
      <dgm:prSet presAssocID="{5BC5A5F1-C88F-4411-92E8-3DBA9719EBB1}" presName="bgRect" presStyleLbl="bgShp" presStyleIdx="0" presStyleCnt="7"/>
      <dgm:spPr/>
    </dgm:pt>
    <dgm:pt modelId="{9A0A1F7B-3F05-4DD2-9684-03F046F135D3}" type="pres">
      <dgm:prSet presAssocID="{5BC5A5F1-C88F-4411-92E8-3DBA9719EBB1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81364F13-BB8B-4666-A3DC-FB8742D9FF16}" type="pres">
      <dgm:prSet presAssocID="{5BC5A5F1-C88F-4411-92E8-3DBA9719EBB1}" presName="spaceRect" presStyleCnt="0"/>
      <dgm:spPr/>
    </dgm:pt>
    <dgm:pt modelId="{C6C56F2F-77D4-4BAF-94B5-D0D5451155C0}" type="pres">
      <dgm:prSet presAssocID="{5BC5A5F1-C88F-4411-92E8-3DBA9719EBB1}" presName="parTx" presStyleLbl="revTx" presStyleIdx="0" presStyleCnt="7">
        <dgm:presLayoutVars>
          <dgm:chMax val="0"/>
          <dgm:chPref val="0"/>
        </dgm:presLayoutVars>
      </dgm:prSet>
      <dgm:spPr/>
    </dgm:pt>
    <dgm:pt modelId="{3795E897-F5E9-4AE1-BF9B-85095F5DC939}" type="pres">
      <dgm:prSet presAssocID="{23EBD2A9-777F-49F5-B248-EDCE390FB72B}" presName="sibTrans" presStyleCnt="0"/>
      <dgm:spPr/>
    </dgm:pt>
    <dgm:pt modelId="{E3C8E745-D9CF-4C2C-942D-9535AC8F6974}" type="pres">
      <dgm:prSet presAssocID="{BF3C9A36-911D-42EB-8682-43EB55A8D08A}" presName="compNode" presStyleCnt="0"/>
      <dgm:spPr/>
    </dgm:pt>
    <dgm:pt modelId="{4D9E7B9D-F112-4E11-87C3-F0C3DEDFAF77}" type="pres">
      <dgm:prSet presAssocID="{BF3C9A36-911D-42EB-8682-43EB55A8D08A}" presName="bgRect" presStyleLbl="bgShp" presStyleIdx="1" presStyleCnt="7"/>
      <dgm:spPr/>
    </dgm:pt>
    <dgm:pt modelId="{22F15596-54EB-4127-86D3-7A7D2DA37364}" type="pres">
      <dgm:prSet presAssocID="{BF3C9A36-911D-42EB-8682-43EB55A8D08A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558ECFA7-80FE-4641-B2D1-EF171A453FC2}" type="pres">
      <dgm:prSet presAssocID="{BF3C9A36-911D-42EB-8682-43EB55A8D08A}" presName="spaceRect" presStyleCnt="0"/>
      <dgm:spPr/>
    </dgm:pt>
    <dgm:pt modelId="{38193776-DC65-4496-AC3A-AE330EAC46BA}" type="pres">
      <dgm:prSet presAssocID="{BF3C9A36-911D-42EB-8682-43EB55A8D08A}" presName="parTx" presStyleLbl="revTx" presStyleIdx="1" presStyleCnt="7">
        <dgm:presLayoutVars>
          <dgm:chMax val="0"/>
          <dgm:chPref val="0"/>
        </dgm:presLayoutVars>
      </dgm:prSet>
      <dgm:spPr/>
    </dgm:pt>
    <dgm:pt modelId="{7DECD1E3-1398-4058-B0CF-7C6523D8D57C}" type="pres">
      <dgm:prSet presAssocID="{97E8542A-800E-433E-BD5B-668FEB8BD8F9}" presName="sibTrans" presStyleCnt="0"/>
      <dgm:spPr/>
    </dgm:pt>
    <dgm:pt modelId="{73F957A1-A7FE-4932-875E-BA42EA8875B8}" type="pres">
      <dgm:prSet presAssocID="{B3B4B956-02B2-49E1-B890-170D74AE0522}" presName="compNode" presStyleCnt="0"/>
      <dgm:spPr/>
    </dgm:pt>
    <dgm:pt modelId="{6DE812F6-6D4B-46FD-BFBD-E7830FEA4A1F}" type="pres">
      <dgm:prSet presAssocID="{B3B4B956-02B2-49E1-B890-170D74AE0522}" presName="bgRect" presStyleLbl="bgShp" presStyleIdx="2" presStyleCnt="7"/>
      <dgm:spPr/>
    </dgm:pt>
    <dgm:pt modelId="{BF7816D5-B47C-44C1-AA04-A0C95084D89B}" type="pres">
      <dgm:prSet presAssocID="{B3B4B956-02B2-49E1-B890-170D74AE0522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60A107F-D52D-4D8C-A7C1-3632C9683719}" type="pres">
      <dgm:prSet presAssocID="{B3B4B956-02B2-49E1-B890-170D74AE0522}" presName="spaceRect" presStyleCnt="0"/>
      <dgm:spPr/>
    </dgm:pt>
    <dgm:pt modelId="{5CCB2C39-781C-4AA5-AA87-A34A7C58E787}" type="pres">
      <dgm:prSet presAssocID="{B3B4B956-02B2-49E1-B890-170D74AE0522}" presName="parTx" presStyleLbl="revTx" presStyleIdx="2" presStyleCnt="7">
        <dgm:presLayoutVars>
          <dgm:chMax val="0"/>
          <dgm:chPref val="0"/>
        </dgm:presLayoutVars>
      </dgm:prSet>
      <dgm:spPr/>
    </dgm:pt>
    <dgm:pt modelId="{35215BEC-DF82-482B-914A-D3192C25335F}" type="pres">
      <dgm:prSet presAssocID="{6B9E539B-F102-433B-89CA-0FFB172052BF}" presName="sibTrans" presStyleCnt="0"/>
      <dgm:spPr/>
    </dgm:pt>
    <dgm:pt modelId="{53691C32-FF59-42E2-A9D1-BB7E4D1E8B5E}" type="pres">
      <dgm:prSet presAssocID="{009724F7-8F04-4C99-BB44-67175EBD3522}" presName="compNode" presStyleCnt="0"/>
      <dgm:spPr/>
    </dgm:pt>
    <dgm:pt modelId="{B4B5B479-12E9-4152-AD4E-F9171A9035DC}" type="pres">
      <dgm:prSet presAssocID="{009724F7-8F04-4C99-BB44-67175EBD3522}" presName="bgRect" presStyleLbl="bgShp" presStyleIdx="3" presStyleCnt="7"/>
      <dgm:spPr/>
    </dgm:pt>
    <dgm:pt modelId="{7974E019-B948-4AF5-BC33-0B26CF50067E}" type="pres">
      <dgm:prSet presAssocID="{009724F7-8F04-4C99-BB44-67175EBD3522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44BA8D4-5718-432F-B0DB-F831A8F7C505}" type="pres">
      <dgm:prSet presAssocID="{009724F7-8F04-4C99-BB44-67175EBD3522}" presName="spaceRect" presStyleCnt="0"/>
      <dgm:spPr/>
    </dgm:pt>
    <dgm:pt modelId="{9A0BFB24-F989-4745-AC64-A7E026538309}" type="pres">
      <dgm:prSet presAssocID="{009724F7-8F04-4C99-BB44-67175EBD3522}" presName="parTx" presStyleLbl="revTx" presStyleIdx="3" presStyleCnt="7">
        <dgm:presLayoutVars>
          <dgm:chMax val="0"/>
          <dgm:chPref val="0"/>
        </dgm:presLayoutVars>
      </dgm:prSet>
      <dgm:spPr/>
    </dgm:pt>
    <dgm:pt modelId="{F8C351A8-AFA0-472F-986A-E3DB6C125A24}" type="pres">
      <dgm:prSet presAssocID="{8D8CBB00-23EB-42B3-85F6-22EDDE7C7E7A}" presName="sibTrans" presStyleCnt="0"/>
      <dgm:spPr/>
    </dgm:pt>
    <dgm:pt modelId="{66F86A99-2881-48E3-83A2-B01DE630343F}" type="pres">
      <dgm:prSet presAssocID="{35D28D1D-EAF4-4CE9-B6FF-B57542A1CD7B}" presName="compNode" presStyleCnt="0"/>
      <dgm:spPr/>
    </dgm:pt>
    <dgm:pt modelId="{7FAFB828-4CEC-4F71-8BE8-2844AA709EC4}" type="pres">
      <dgm:prSet presAssocID="{35D28D1D-EAF4-4CE9-B6FF-B57542A1CD7B}" presName="bgRect" presStyleLbl="bgShp" presStyleIdx="4" presStyleCnt="7"/>
      <dgm:spPr/>
    </dgm:pt>
    <dgm:pt modelId="{0AC3DBD7-A5FE-4CE1-AE56-15A3985873AE}" type="pres">
      <dgm:prSet presAssocID="{35D28D1D-EAF4-4CE9-B6FF-B57542A1CD7B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E9190FDB-6700-4F5F-A6D2-FEEAED29AA95}" type="pres">
      <dgm:prSet presAssocID="{35D28D1D-EAF4-4CE9-B6FF-B57542A1CD7B}" presName="spaceRect" presStyleCnt="0"/>
      <dgm:spPr/>
    </dgm:pt>
    <dgm:pt modelId="{1C163D32-1607-4E1F-A2AD-E1AD4DBEE341}" type="pres">
      <dgm:prSet presAssocID="{35D28D1D-EAF4-4CE9-B6FF-B57542A1CD7B}" presName="parTx" presStyleLbl="revTx" presStyleIdx="4" presStyleCnt="7">
        <dgm:presLayoutVars>
          <dgm:chMax val="0"/>
          <dgm:chPref val="0"/>
        </dgm:presLayoutVars>
      </dgm:prSet>
      <dgm:spPr/>
    </dgm:pt>
    <dgm:pt modelId="{23CCFD65-4F2B-4A14-97D7-F03BEDABA761}" type="pres">
      <dgm:prSet presAssocID="{DC1B6891-B963-43C3-ABF4-19A076B544DA}" presName="sibTrans" presStyleCnt="0"/>
      <dgm:spPr/>
    </dgm:pt>
    <dgm:pt modelId="{E16A9284-8B47-450A-B12F-F751379AB7C8}" type="pres">
      <dgm:prSet presAssocID="{B4A70C6C-21E7-4E1C-8D09-F4D4A6273968}" presName="compNode" presStyleCnt="0"/>
      <dgm:spPr/>
    </dgm:pt>
    <dgm:pt modelId="{AD59A658-3603-477C-A9DD-C23B0D30F33E}" type="pres">
      <dgm:prSet presAssocID="{B4A70C6C-21E7-4E1C-8D09-F4D4A6273968}" presName="bgRect" presStyleLbl="bgShp" presStyleIdx="5" presStyleCnt="7"/>
      <dgm:spPr/>
    </dgm:pt>
    <dgm:pt modelId="{DA547FBC-69FB-422D-ACD7-2554B2C5DD45}" type="pres">
      <dgm:prSet presAssocID="{B4A70C6C-21E7-4E1C-8D09-F4D4A6273968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D3A2F86-E9A6-414E-A1FB-2316BCB22D69}" type="pres">
      <dgm:prSet presAssocID="{B4A70C6C-21E7-4E1C-8D09-F4D4A6273968}" presName="spaceRect" presStyleCnt="0"/>
      <dgm:spPr/>
    </dgm:pt>
    <dgm:pt modelId="{DE3D6637-6FFA-4618-B249-CD2656A0D780}" type="pres">
      <dgm:prSet presAssocID="{B4A70C6C-21E7-4E1C-8D09-F4D4A6273968}" presName="parTx" presStyleLbl="revTx" presStyleIdx="5" presStyleCnt="7">
        <dgm:presLayoutVars>
          <dgm:chMax val="0"/>
          <dgm:chPref val="0"/>
        </dgm:presLayoutVars>
      </dgm:prSet>
      <dgm:spPr/>
    </dgm:pt>
    <dgm:pt modelId="{788F273B-01EE-43AA-AFD0-0438E23EE5D3}" type="pres">
      <dgm:prSet presAssocID="{9E36D753-A2DE-41FE-846F-00DEF0DE69CB}" presName="sibTrans" presStyleCnt="0"/>
      <dgm:spPr/>
    </dgm:pt>
    <dgm:pt modelId="{FDB68A6B-E6E4-498A-8E7F-A7AC16BFC3A2}" type="pres">
      <dgm:prSet presAssocID="{4F423DFD-3A12-4AD4-B67F-B7453DA5E305}" presName="compNode" presStyleCnt="0"/>
      <dgm:spPr/>
    </dgm:pt>
    <dgm:pt modelId="{3375A01B-7E1D-482C-9B94-F0B15516C97A}" type="pres">
      <dgm:prSet presAssocID="{4F423DFD-3A12-4AD4-B67F-B7453DA5E305}" presName="bgRect" presStyleLbl="bgShp" presStyleIdx="6" presStyleCnt="7"/>
      <dgm:spPr/>
    </dgm:pt>
    <dgm:pt modelId="{E7C307F0-4153-4C8B-AA4F-C7AC1B6F217E}" type="pres">
      <dgm:prSet presAssocID="{4F423DFD-3A12-4AD4-B67F-B7453DA5E305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4F412D4A-106C-4487-9245-089878BD2993}" type="pres">
      <dgm:prSet presAssocID="{4F423DFD-3A12-4AD4-B67F-B7453DA5E305}" presName="spaceRect" presStyleCnt="0"/>
      <dgm:spPr/>
    </dgm:pt>
    <dgm:pt modelId="{FEC3C705-8273-4D3F-940F-87E2ECAE1E49}" type="pres">
      <dgm:prSet presAssocID="{4F423DFD-3A12-4AD4-B67F-B7453DA5E305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89FB350C-BE85-426C-9C0E-20FBEDC364C2}" type="presOf" srcId="{B4A70C6C-21E7-4E1C-8D09-F4D4A6273968}" destId="{DE3D6637-6FFA-4618-B249-CD2656A0D780}" srcOrd="0" destOrd="0" presId="urn:microsoft.com/office/officeart/2018/2/layout/IconVerticalSolidList"/>
    <dgm:cxn modelId="{C27F586A-4B24-4736-9705-B438C50CCCDE}" srcId="{4B986BC4-5F60-4B46-BEC1-C78E3634CE28}" destId="{BF3C9A36-911D-42EB-8682-43EB55A8D08A}" srcOrd="1" destOrd="0" parTransId="{BDA9C5A5-1E91-42A1-B9F1-BA5CE01C53C4}" sibTransId="{97E8542A-800E-433E-BD5B-668FEB8BD8F9}"/>
    <dgm:cxn modelId="{61C4D64D-DF00-4322-BCC8-423EBEBA9573}" type="presOf" srcId="{4B986BC4-5F60-4B46-BEC1-C78E3634CE28}" destId="{8C04A8A9-0F89-40CC-B82C-A188D765A0F6}" srcOrd="0" destOrd="0" presId="urn:microsoft.com/office/officeart/2018/2/layout/IconVerticalSolidList"/>
    <dgm:cxn modelId="{BF23BC4E-63A3-406A-8D0F-1429FD72A146}" type="presOf" srcId="{35D28D1D-EAF4-4CE9-B6FF-B57542A1CD7B}" destId="{1C163D32-1607-4E1F-A2AD-E1AD4DBEE341}" srcOrd="0" destOrd="0" presId="urn:microsoft.com/office/officeart/2018/2/layout/IconVerticalSolidList"/>
    <dgm:cxn modelId="{411F4A81-EA89-4BD1-82F3-A93EF3D293A6}" srcId="{4B986BC4-5F60-4B46-BEC1-C78E3634CE28}" destId="{4F423DFD-3A12-4AD4-B67F-B7453DA5E305}" srcOrd="6" destOrd="0" parTransId="{16E99706-AAD2-44F8-A421-55A720573B8B}" sibTransId="{A1562966-268B-47F3-A127-B8F292920E27}"/>
    <dgm:cxn modelId="{02E96888-F220-4B3D-ABC5-B27A8F4E4AFE}" type="presOf" srcId="{BF3C9A36-911D-42EB-8682-43EB55A8D08A}" destId="{38193776-DC65-4496-AC3A-AE330EAC46BA}" srcOrd="0" destOrd="0" presId="urn:microsoft.com/office/officeart/2018/2/layout/IconVerticalSolidList"/>
    <dgm:cxn modelId="{90613591-4179-4A8C-8574-297195B579AE}" srcId="{4B986BC4-5F60-4B46-BEC1-C78E3634CE28}" destId="{B3B4B956-02B2-49E1-B890-170D74AE0522}" srcOrd="2" destOrd="0" parTransId="{36F6F601-6542-4DB8-880F-27AEDC3A818F}" sibTransId="{6B9E539B-F102-433B-89CA-0FFB172052BF}"/>
    <dgm:cxn modelId="{EB076D93-0652-4796-AFBA-1C3431541CB9}" srcId="{4B986BC4-5F60-4B46-BEC1-C78E3634CE28}" destId="{009724F7-8F04-4C99-BB44-67175EBD3522}" srcOrd="3" destOrd="0" parTransId="{52310A3D-FC13-414B-B1E4-393D7881E45A}" sibTransId="{8D8CBB00-23EB-42B3-85F6-22EDDE7C7E7A}"/>
    <dgm:cxn modelId="{19DF46B1-8F92-40E9-9979-0F646F12CB36}" type="presOf" srcId="{5BC5A5F1-C88F-4411-92E8-3DBA9719EBB1}" destId="{C6C56F2F-77D4-4BAF-94B5-D0D5451155C0}" srcOrd="0" destOrd="0" presId="urn:microsoft.com/office/officeart/2018/2/layout/IconVerticalSolidList"/>
    <dgm:cxn modelId="{9F78F3B7-39FD-4B5C-A4F0-23C4CE830F31}" type="presOf" srcId="{4F423DFD-3A12-4AD4-B67F-B7453DA5E305}" destId="{FEC3C705-8273-4D3F-940F-87E2ECAE1E49}" srcOrd="0" destOrd="0" presId="urn:microsoft.com/office/officeart/2018/2/layout/IconVerticalSolidList"/>
    <dgm:cxn modelId="{8D95C6DB-3B01-4AF9-BC8E-DE5EF2EE3ABA}" type="presOf" srcId="{B3B4B956-02B2-49E1-B890-170D74AE0522}" destId="{5CCB2C39-781C-4AA5-AA87-A34A7C58E787}" srcOrd="0" destOrd="0" presId="urn:microsoft.com/office/officeart/2018/2/layout/IconVerticalSolidList"/>
    <dgm:cxn modelId="{712EDAE1-B0FA-4F18-B0A3-CFC70D0E237A}" srcId="{4B986BC4-5F60-4B46-BEC1-C78E3634CE28}" destId="{35D28D1D-EAF4-4CE9-B6FF-B57542A1CD7B}" srcOrd="4" destOrd="0" parTransId="{3A9F7FCD-AA93-4B49-A200-DC262E6F4638}" sibTransId="{DC1B6891-B963-43C3-ABF4-19A076B544DA}"/>
    <dgm:cxn modelId="{69800EE9-762C-40DA-B97C-88C94832C3B6}" srcId="{4B986BC4-5F60-4B46-BEC1-C78E3634CE28}" destId="{5BC5A5F1-C88F-4411-92E8-3DBA9719EBB1}" srcOrd="0" destOrd="0" parTransId="{3E9D51CC-E1E0-40EC-BAFF-B512D5981442}" sibTransId="{23EBD2A9-777F-49F5-B248-EDCE390FB72B}"/>
    <dgm:cxn modelId="{60F19BFA-05C7-4C2A-9559-577859657CBC}" srcId="{4B986BC4-5F60-4B46-BEC1-C78E3634CE28}" destId="{B4A70C6C-21E7-4E1C-8D09-F4D4A6273968}" srcOrd="5" destOrd="0" parTransId="{905FFE55-FE2E-4F5F-89F9-6C27C853A8C8}" sibTransId="{9E36D753-A2DE-41FE-846F-00DEF0DE69CB}"/>
    <dgm:cxn modelId="{654F09FD-0F47-4574-8DC4-319E222C6798}" type="presOf" srcId="{009724F7-8F04-4C99-BB44-67175EBD3522}" destId="{9A0BFB24-F989-4745-AC64-A7E026538309}" srcOrd="0" destOrd="0" presId="urn:microsoft.com/office/officeart/2018/2/layout/IconVerticalSolidList"/>
    <dgm:cxn modelId="{BDE11F55-546A-497B-A1F3-86BBE2A93A8C}" type="presParOf" srcId="{8C04A8A9-0F89-40CC-B82C-A188D765A0F6}" destId="{BAE375DC-5D40-4E8D-8280-E14797C68D12}" srcOrd="0" destOrd="0" presId="urn:microsoft.com/office/officeart/2018/2/layout/IconVerticalSolidList"/>
    <dgm:cxn modelId="{F029B2C1-BD45-40CE-9A21-7C91ED3D8E4B}" type="presParOf" srcId="{BAE375DC-5D40-4E8D-8280-E14797C68D12}" destId="{05C1F5A3-CCBD-467A-9E46-4F4BA2CA7329}" srcOrd="0" destOrd="0" presId="urn:microsoft.com/office/officeart/2018/2/layout/IconVerticalSolidList"/>
    <dgm:cxn modelId="{94505BE7-C52A-4A87-94A4-A548FC2C051F}" type="presParOf" srcId="{BAE375DC-5D40-4E8D-8280-E14797C68D12}" destId="{9A0A1F7B-3F05-4DD2-9684-03F046F135D3}" srcOrd="1" destOrd="0" presId="urn:microsoft.com/office/officeart/2018/2/layout/IconVerticalSolidList"/>
    <dgm:cxn modelId="{3A89A0D1-5024-4E94-978B-2A25024D6A72}" type="presParOf" srcId="{BAE375DC-5D40-4E8D-8280-E14797C68D12}" destId="{81364F13-BB8B-4666-A3DC-FB8742D9FF16}" srcOrd="2" destOrd="0" presId="urn:microsoft.com/office/officeart/2018/2/layout/IconVerticalSolidList"/>
    <dgm:cxn modelId="{4A4014B9-74A0-4122-AD8C-704D1424DBD0}" type="presParOf" srcId="{BAE375DC-5D40-4E8D-8280-E14797C68D12}" destId="{C6C56F2F-77D4-4BAF-94B5-D0D5451155C0}" srcOrd="3" destOrd="0" presId="urn:microsoft.com/office/officeart/2018/2/layout/IconVerticalSolidList"/>
    <dgm:cxn modelId="{A69E7ED0-1AB8-420C-887E-1C4CBD1E3A82}" type="presParOf" srcId="{8C04A8A9-0F89-40CC-B82C-A188D765A0F6}" destId="{3795E897-F5E9-4AE1-BF9B-85095F5DC939}" srcOrd="1" destOrd="0" presId="urn:microsoft.com/office/officeart/2018/2/layout/IconVerticalSolidList"/>
    <dgm:cxn modelId="{829ACFC0-40B1-4E88-82F8-49C8DBFFEA6F}" type="presParOf" srcId="{8C04A8A9-0F89-40CC-B82C-A188D765A0F6}" destId="{E3C8E745-D9CF-4C2C-942D-9535AC8F6974}" srcOrd="2" destOrd="0" presId="urn:microsoft.com/office/officeart/2018/2/layout/IconVerticalSolidList"/>
    <dgm:cxn modelId="{F284A3A0-D501-436E-8AE5-C47F389C058B}" type="presParOf" srcId="{E3C8E745-D9CF-4C2C-942D-9535AC8F6974}" destId="{4D9E7B9D-F112-4E11-87C3-F0C3DEDFAF77}" srcOrd="0" destOrd="0" presId="urn:microsoft.com/office/officeart/2018/2/layout/IconVerticalSolidList"/>
    <dgm:cxn modelId="{441E8D4F-C435-4B2A-82C4-923D1040BDEE}" type="presParOf" srcId="{E3C8E745-D9CF-4C2C-942D-9535AC8F6974}" destId="{22F15596-54EB-4127-86D3-7A7D2DA37364}" srcOrd="1" destOrd="0" presId="urn:microsoft.com/office/officeart/2018/2/layout/IconVerticalSolidList"/>
    <dgm:cxn modelId="{B1C34C6C-BC93-42C2-97CE-38E88262150F}" type="presParOf" srcId="{E3C8E745-D9CF-4C2C-942D-9535AC8F6974}" destId="{558ECFA7-80FE-4641-B2D1-EF171A453FC2}" srcOrd="2" destOrd="0" presId="urn:microsoft.com/office/officeart/2018/2/layout/IconVerticalSolidList"/>
    <dgm:cxn modelId="{F59F0539-D7B3-4803-9A7F-E8EFA27F8314}" type="presParOf" srcId="{E3C8E745-D9CF-4C2C-942D-9535AC8F6974}" destId="{38193776-DC65-4496-AC3A-AE330EAC46BA}" srcOrd="3" destOrd="0" presId="urn:microsoft.com/office/officeart/2018/2/layout/IconVerticalSolidList"/>
    <dgm:cxn modelId="{1E9DE266-97F6-4CB1-8D4F-CF9386975A2C}" type="presParOf" srcId="{8C04A8A9-0F89-40CC-B82C-A188D765A0F6}" destId="{7DECD1E3-1398-4058-B0CF-7C6523D8D57C}" srcOrd="3" destOrd="0" presId="urn:microsoft.com/office/officeart/2018/2/layout/IconVerticalSolidList"/>
    <dgm:cxn modelId="{46EAFF46-DD02-4D21-9B94-15928B78F5B6}" type="presParOf" srcId="{8C04A8A9-0F89-40CC-B82C-A188D765A0F6}" destId="{73F957A1-A7FE-4932-875E-BA42EA8875B8}" srcOrd="4" destOrd="0" presId="urn:microsoft.com/office/officeart/2018/2/layout/IconVerticalSolidList"/>
    <dgm:cxn modelId="{7E4F6C6A-BE42-4805-AF4D-173EB24F5F00}" type="presParOf" srcId="{73F957A1-A7FE-4932-875E-BA42EA8875B8}" destId="{6DE812F6-6D4B-46FD-BFBD-E7830FEA4A1F}" srcOrd="0" destOrd="0" presId="urn:microsoft.com/office/officeart/2018/2/layout/IconVerticalSolidList"/>
    <dgm:cxn modelId="{FBBA33C9-45B2-470F-A2E8-CF7E1628DAEB}" type="presParOf" srcId="{73F957A1-A7FE-4932-875E-BA42EA8875B8}" destId="{BF7816D5-B47C-44C1-AA04-A0C95084D89B}" srcOrd="1" destOrd="0" presId="urn:microsoft.com/office/officeart/2018/2/layout/IconVerticalSolidList"/>
    <dgm:cxn modelId="{B8CDC528-ED93-485E-888E-3DF064426FE1}" type="presParOf" srcId="{73F957A1-A7FE-4932-875E-BA42EA8875B8}" destId="{660A107F-D52D-4D8C-A7C1-3632C9683719}" srcOrd="2" destOrd="0" presId="urn:microsoft.com/office/officeart/2018/2/layout/IconVerticalSolidList"/>
    <dgm:cxn modelId="{292877D8-1720-41A0-9689-CCF15D3BC8BB}" type="presParOf" srcId="{73F957A1-A7FE-4932-875E-BA42EA8875B8}" destId="{5CCB2C39-781C-4AA5-AA87-A34A7C58E787}" srcOrd="3" destOrd="0" presId="urn:microsoft.com/office/officeart/2018/2/layout/IconVerticalSolidList"/>
    <dgm:cxn modelId="{D5E48FCD-7D25-4577-9B89-C135F268A856}" type="presParOf" srcId="{8C04A8A9-0F89-40CC-B82C-A188D765A0F6}" destId="{35215BEC-DF82-482B-914A-D3192C25335F}" srcOrd="5" destOrd="0" presId="urn:microsoft.com/office/officeart/2018/2/layout/IconVerticalSolidList"/>
    <dgm:cxn modelId="{2B4236EA-B910-4C78-9EE9-0ED595EAB5C4}" type="presParOf" srcId="{8C04A8A9-0F89-40CC-B82C-A188D765A0F6}" destId="{53691C32-FF59-42E2-A9D1-BB7E4D1E8B5E}" srcOrd="6" destOrd="0" presId="urn:microsoft.com/office/officeart/2018/2/layout/IconVerticalSolidList"/>
    <dgm:cxn modelId="{C03B1D81-65E1-4DAE-8F82-C0D18AC440DD}" type="presParOf" srcId="{53691C32-FF59-42E2-A9D1-BB7E4D1E8B5E}" destId="{B4B5B479-12E9-4152-AD4E-F9171A9035DC}" srcOrd="0" destOrd="0" presId="urn:microsoft.com/office/officeart/2018/2/layout/IconVerticalSolidList"/>
    <dgm:cxn modelId="{239952B8-522C-4859-B43A-575EF9F58FE7}" type="presParOf" srcId="{53691C32-FF59-42E2-A9D1-BB7E4D1E8B5E}" destId="{7974E019-B948-4AF5-BC33-0B26CF50067E}" srcOrd="1" destOrd="0" presId="urn:microsoft.com/office/officeart/2018/2/layout/IconVerticalSolidList"/>
    <dgm:cxn modelId="{423DAC24-073C-4083-A97F-B0E6494DF3DF}" type="presParOf" srcId="{53691C32-FF59-42E2-A9D1-BB7E4D1E8B5E}" destId="{C44BA8D4-5718-432F-B0DB-F831A8F7C505}" srcOrd="2" destOrd="0" presId="urn:microsoft.com/office/officeart/2018/2/layout/IconVerticalSolidList"/>
    <dgm:cxn modelId="{2360E6C5-FB25-4EE6-97A1-B359BEF5F03F}" type="presParOf" srcId="{53691C32-FF59-42E2-A9D1-BB7E4D1E8B5E}" destId="{9A0BFB24-F989-4745-AC64-A7E026538309}" srcOrd="3" destOrd="0" presId="urn:microsoft.com/office/officeart/2018/2/layout/IconVerticalSolidList"/>
    <dgm:cxn modelId="{92537402-4686-4E25-B378-25376F659072}" type="presParOf" srcId="{8C04A8A9-0F89-40CC-B82C-A188D765A0F6}" destId="{F8C351A8-AFA0-472F-986A-E3DB6C125A24}" srcOrd="7" destOrd="0" presId="urn:microsoft.com/office/officeart/2018/2/layout/IconVerticalSolidList"/>
    <dgm:cxn modelId="{34CDE143-9B9D-4D24-A9C5-FEA091FEFEDE}" type="presParOf" srcId="{8C04A8A9-0F89-40CC-B82C-A188D765A0F6}" destId="{66F86A99-2881-48E3-83A2-B01DE630343F}" srcOrd="8" destOrd="0" presId="urn:microsoft.com/office/officeart/2018/2/layout/IconVerticalSolidList"/>
    <dgm:cxn modelId="{2A43EA6B-846B-471F-8048-79013740543F}" type="presParOf" srcId="{66F86A99-2881-48E3-83A2-B01DE630343F}" destId="{7FAFB828-4CEC-4F71-8BE8-2844AA709EC4}" srcOrd="0" destOrd="0" presId="urn:microsoft.com/office/officeart/2018/2/layout/IconVerticalSolidList"/>
    <dgm:cxn modelId="{C85E9236-C736-483B-AB7E-10F38A792BCB}" type="presParOf" srcId="{66F86A99-2881-48E3-83A2-B01DE630343F}" destId="{0AC3DBD7-A5FE-4CE1-AE56-15A3985873AE}" srcOrd="1" destOrd="0" presId="urn:microsoft.com/office/officeart/2018/2/layout/IconVerticalSolidList"/>
    <dgm:cxn modelId="{82FAFE80-90F0-48EF-AE3F-7D6062DE729B}" type="presParOf" srcId="{66F86A99-2881-48E3-83A2-B01DE630343F}" destId="{E9190FDB-6700-4F5F-A6D2-FEEAED29AA95}" srcOrd="2" destOrd="0" presId="urn:microsoft.com/office/officeart/2018/2/layout/IconVerticalSolidList"/>
    <dgm:cxn modelId="{555DA2EB-94E1-40EE-B24B-F02E5A721D3C}" type="presParOf" srcId="{66F86A99-2881-48E3-83A2-B01DE630343F}" destId="{1C163D32-1607-4E1F-A2AD-E1AD4DBEE341}" srcOrd="3" destOrd="0" presId="urn:microsoft.com/office/officeart/2018/2/layout/IconVerticalSolidList"/>
    <dgm:cxn modelId="{B0D66D3C-F324-402C-BCEC-BA9C37289440}" type="presParOf" srcId="{8C04A8A9-0F89-40CC-B82C-A188D765A0F6}" destId="{23CCFD65-4F2B-4A14-97D7-F03BEDABA761}" srcOrd="9" destOrd="0" presId="urn:microsoft.com/office/officeart/2018/2/layout/IconVerticalSolidList"/>
    <dgm:cxn modelId="{411D9E8F-0B1E-4C25-8C08-1A5C3051C7EC}" type="presParOf" srcId="{8C04A8A9-0F89-40CC-B82C-A188D765A0F6}" destId="{E16A9284-8B47-450A-B12F-F751379AB7C8}" srcOrd="10" destOrd="0" presId="urn:microsoft.com/office/officeart/2018/2/layout/IconVerticalSolidList"/>
    <dgm:cxn modelId="{E69FCE91-8369-4295-B03C-D88654849837}" type="presParOf" srcId="{E16A9284-8B47-450A-B12F-F751379AB7C8}" destId="{AD59A658-3603-477C-A9DD-C23B0D30F33E}" srcOrd="0" destOrd="0" presId="urn:microsoft.com/office/officeart/2018/2/layout/IconVerticalSolidList"/>
    <dgm:cxn modelId="{BD59C91D-2D16-476F-A364-1382BC9AD54D}" type="presParOf" srcId="{E16A9284-8B47-450A-B12F-F751379AB7C8}" destId="{DA547FBC-69FB-422D-ACD7-2554B2C5DD45}" srcOrd="1" destOrd="0" presId="urn:microsoft.com/office/officeart/2018/2/layout/IconVerticalSolidList"/>
    <dgm:cxn modelId="{F2E9D3C3-9AC0-4606-BE6C-169B2E1B2389}" type="presParOf" srcId="{E16A9284-8B47-450A-B12F-F751379AB7C8}" destId="{3D3A2F86-E9A6-414E-A1FB-2316BCB22D69}" srcOrd="2" destOrd="0" presId="urn:microsoft.com/office/officeart/2018/2/layout/IconVerticalSolidList"/>
    <dgm:cxn modelId="{FEB7D308-2746-4334-9CB4-47267DFB3993}" type="presParOf" srcId="{E16A9284-8B47-450A-B12F-F751379AB7C8}" destId="{DE3D6637-6FFA-4618-B249-CD2656A0D780}" srcOrd="3" destOrd="0" presId="urn:microsoft.com/office/officeart/2018/2/layout/IconVerticalSolidList"/>
    <dgm:cxn modelId="{84D11A5A-57A2-4DFE-B243-EDB58C6B36DE}" type="presParOf" srcId="{8C04A8A9-0F89-40CC-B82C-A188D765A0F6}" destId="{788F273B-01EE-43AA-AFD0-0438E23EE5D3}" srcOrd="11" destOrd="0" presId="urn:microsoft.com/office/officeart/2018/2/layout/IconVerticalSolidList"/>
    <dgm:cxn modelId="{78A98E63-E869-4BE7-9FEC-24596659A71F}" type="presParOf" srcId="{8C04A8A9-0F89-40CC-B82C-A188D765A0F6}" destId="{FDB68A6B-E6E4-498A-8E7F-A7AC16BFC3A2}" srcOrd="12" destOrd="0" presId="urn:microsoft.com/office/officeart/2018/2/layout/IconVerticalSolidList"/>
    <dgm:cxn modelId="{74BA48DF-6673-48F2-AF9E-664BDFB864A9}" type="presParOf" srcId="{FDB68A6B-E6E4-498A-8E7F-A7AC16BFC3A2}" destId="{3375A01B-7E1D-482C-9B94-F0B15516C97A}" srcOrd="0" destOrd="0" presId="urn:microsoft.com/office/officeart/2018/2/layout/IconVerticalSolidList"/>
    <dgm:cxn modelId="{0316EDF0-594E-4C94-93C5-47E8460FDA74}" type="presParOf" srcId="{FDB68A6B-E6E4-498A-8E7F-A7AC16BFC3A2}" destId="{E7C307F0-4153-4C8B-AA4F-C7AC1B6F217E}" srcOrd="1" destOrd="0" presId="urn:microsoft.com/office/officeart/2018/2/layout/IconVerticalSolidList"/>
    <dgm:cxn modelId="{C6458C69-5946-46C6-AA89-63443B347DCB}" type="presParOf" srcId="{FDB68A6B-E6E4-498A-8E7F-A7AC16BFC3A2}" destId="{4F412D4A-106C-4487-9245-089878BD2993}" srcOrd="2" destOrd="0" presId="urn:microsoft.com/office/officeart/2018/2/layout/IconVerticalSolidList"/>
    <dgm:cxn modelId="{830F6B6F-04BE-4859-B92C-C613A6E87229}" type="presParOf" srcId="{FDB68A6B-E6E4-498A-8E7F-A7AC16BFC3A2}" destId="{FEC3C705-8273-4D3F-940F-87E2ECAE1E4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708579-7FC9-41C9-807D-B4A15635187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9FDB50C-ADC5-49CB-8216-171D6AC29D8B}">
      <dgm:prSet/>
      <dgm:spPr/>
      <dgm:t>
        <a:bodyPr/>
        <a:lstStyle/>
        <a:p>
          <a:r>
            <a:rPr lang="en-US" b="0" i="0" baseline="0"/>
            <a:t>EV Charging Patterns dataset is used for the project. </a:t>
          </a:r>
          <a:endParaRPr lang="en-US"/>
        </a:p>
      </dgm:t>
    </dgm:pt>
    <dgm:pt modelId="{10E52049-4B47-4E07-81BF-882E9838C2A0}" type="parTrans" cxnId="{3301FD57-2E5A-4DC0-8447-32ED58A19A05}">
      <dgm:prSet/>
      <dgm:spPr/>
      <dgm:t>
        <a:bodyPr/>
        <a:lstStyle/>
        <a:p>
          <a:endParaRPr lang="en-US"/>
        </a:p>
      </dgm:t>
    </dgm:pt>
    <dgm:pt modelId="{09DB5623-4B4C-4FBE-9F7E-04963298FB0B}" type="sibTrans" cxnId="{3301FD57-2E5A-4DC0-8447-32ED58A19A05}">
      <dgm:prSet/>
      <dgm:spPr/>
      <dgm:t>
        <a:bodyPr/>
        <a:lstStyle/>
        <a:p>
          <a:endParaRPr lang="en-US"/>
        </a:p>
      </dgm:t>
    </dgm:pt>
    <dgm:pt modelId="{EF5BEA0A-58A6-45C6-8D21-2DF57F6BFBC2}">
      <dgm:prSet/>
      <dgm:spPr/>
      <dgm:t>
        <a:bodyPr/>
        <a:lstStyle/>
        <a:p>
          <a:r>
            <a:rPr lang="en-US" b="0" i="0" baseline="0"/>
            <a:t>Dataset contains charging and operational information of Electric Vehicles. </a:t>
          </a:r>
          <a:endParaRPr lang="en-US"/>
        </a:p>
      </dgm:t>
    </dgm:pt>
    <dgm:pt modelId="{5F57545A-173F-4803-8678-31D012500723}" type="parTrans" cxnId="{698DB6D5-F203-4921-ABDB-68A7C0D915A7}">
      <dgm:prSet/>
      <dgm:spPr/>
      <dgm:t>
        <a:bodyPr/>
        <a:lstStyle/>
        <a:p>
          <a:endParaRPr lang="en-US"/>
        </a:p>
      </dgm:t>
    </dgm:pt>
    <dgm:pt modelId="{3084F58E-9326-4704-95AB-71EB9ABEA368}" type="sibTrans" cxnId="{698DB6D5-F203-4921-ABDB-68A7C0D915A7}">
      <dgm:prSet/>
      <dgm:spPr/>
      <dgm:t>
        <a:bodyPr/>
        <a:lstStyle/>
        <a:p>
          <a:endParaRPr lang="en-US"/>
        </a:p>
      </dgm:t>
    </dgm:pt>
    <dgm:pt modelId="{C0B1D76E-BF1D-4AA2-A0FB-54631FA79F0F}">
      <dgm:prSet/>
      <dgm:spPr/>
      <dgm:t>
        <a:bodyPr/>
        <a:lstStyle/>
        <a:p>
          <a:r>
            <a:rPr lang="en-US" b="0" i="0" baseline="0"/>
            <a:t>Important features include: </a:t>
          </a:r>
          <a:endParaRPr lang="en-US"/>
        </a:p>
      </dgm:t>
    </dgm:pt>
    <dgm:pt modelId="{45D6090B-5555-4023-A513-0CF03F3A5091}" type="parTrans" cxnId="{1CDC6050-B29D-49C5-996D-4A7EDE4E54EF}">
      <dgm:prSet/>
      <dgm:spPr/>
      <dgm:t>
        <a:bodyPr/>
        <a:lstStyle/>
        <a:p>
          <a:endParaRPr lang="en-US"/>
        </a:p>
      </dgm:t>
    </dgm:pt>
    <dgm:pt modelId="{28C154CC-3F3E-45D4-B93F-FF2B5604F7FC}" type="sibTrans" cxnId="{1CDC6050-B29D-49C5-996D-4A7EDE4E54EF}">
      <dgm:prSet/>
      <dgm:spPr/>
      <dgm:t>
        <a:bodyPr/>
        <a:lstStyle/>
        <a:p>
          <a:endParaRPr lang="en-US"/>
        </a:p>
      </dgm:t>
    </dgm:pt>
    <dgm:pt modelId="{5DC446A8-0E72-486E-B8F4-68509D5CE300}">
      <dgm:prSet/>
      <dgm:spPr/>
      <dgm:t>
        <a:bodyPr/>
        <a:lstStyle/>
        <a:p>
          <a:r>
            <a:rPr lang="en-US" b="0" i="0" baseline="0"/>
            <a:t>Battery Capacity, Energy Consumed, Charging Duration, Charging Rate, Temperature, Distance Driven, Vehicle Age </a:t>
          </a:r>
          <a:endParaRPr lang="en-US"/>
        </a:p>
      </dgm:t>
    </dgm:pt>
    <dgm:pt modelId="{03F861B7-E3CA-4005-806F-3324B08D6EDA}" type="parTrans" cxnId="{62D1893A-3DC2-416F-9456-F22319820E92}">
      <dgm:prSet/>
      <dgm:spPr/>
      <dgm:t>
        <a:bodyPr/>
        <a:lstStyle/>
        <a:p>
          <a:endParaRPr lang="en-US"/>
        </a:p>
      </dgm:t>
    </dgm:pt>
    <dgm:pt modelId="{D76B26AF-8CAC-4508-9477-D8668F827F0F}" type="sibTrans" cxnId="{62D1893A-3DC2-416F-9456-F22319820E92}">
      <dgm:prSet/>
      <dgm:spPr/>
      <dgm:t>
        <a:bodyPr/>
        <a:lstStyle/>
        <a:p>
          <a:endParaRPr lang="en-US"/>
        </a:p>
      </dgm:t>
    </dgm:pt>
    <dgm:pt modelId="{0F718253-CC97-49A2-A15F-B0791688546B}">
      <dgm:prSet/>
      <dgm:spPr/>
      <dgm:t>
        <a:bodyPr/>
        <a:lstStyle/>
        <a:p>
          <a:r>
            <a:rPr lang="en-US" b="0" i="0" baseline="0"/>
            <a:t>Dataset is divided into multiple clients based on vehicle models. </a:t>
          </a:r>
          <a:endParaRPr lang="en-US"/>
        </a:p>
      </dgm:t>
    </dgm:pt>
    <dgm:pt modelId="{67474FFC-B26E-46B4-988B-511F2E132454}" type="parTrans" cxnId="{E1ECB64C-0337-44B2-B882-222EED9D67CA}">
      <dgm:prSet/>
      <dgm:spPr/>
      <dgm:t>
        <a:bodyPr/>
        <a:lstStyle/>
        <a:p>
          <a:endParaRPr lang="en-US"/>
        </a:p>
      </dgm:t>
    </dgm:pt>
    <dgm:pt modelId="{2A7F2076-021E-4CA4-999F-69EA613FD061}" type="sibTrans" cxnId="{E1ECB64C-0337-44B2-B882-222EED9D67CA}">
      <dgm:prSet/>
      <dgm:spPr/>
      <dgm:t>
        <a:bodyPr/>
        <a:lstStyle/>
        <a:p>
          <a:endParaRPr lang="en-US"/>
        </a:p>
      </dgm:t>
    </dgm:pt>
    <dgm:pt modelId="{C36C7997-9098-4DB6-8628-89AF8E2F5625}">
      <dgm:prSet/>
      <dgm:spPr/>
      <dgm:t>
        <a:bodyPr/>
        <a:lstStyle/>
        <a:p>
          <a:r>
            <a:rPr lang="en-US" b="0" i="0" baseline="0"/>
            <a:t>Additional derived features are generated during preprocessing. </a:t>
          </a:r>
          <a:endParaRPr lang="en-US"/>
        </a:p>
      </dgm:t>
    </dgm:pt>
    <dgm:pt modelId="{BE33AB0C-8AFB-4778-B213-40F33935F868}" type="parTrans" cxnId="{5632881E-74CE-45FC-AC56-ACB7984A2DE1}">
      <dgm:prSet/>
      <dgm:spPr/>
      <dgm:t>
        <a:bodyPr/>
        <a:lstStyle/>
        <a:p>
          <a:endParaRPr lang="en-US"/>
        </a:p>
      </dgm:t>
    </dgm:pt>
    <dgm:pt modelId="{5953F606-2AC4-4AB8-AF59-F3F1BF8BCB62}" type="sibTrans" cxnId="{5632881E-74CE-45FC-AC56-ACB7984A2DE1}">
      <dgm:prSet/>
      <dgm:spPr/>
      <dgm:t>
        <a:bodyPr/>
        <a:lstStyle/>
        <a:p>
          <a:endParaRPr lang="en-US"/>
        </a:p>
      </dgm:t>
    </dgm:pt>
    <dgm:pt modelId="{08AA8049-FEE7-4370-AA7D-89432E75BD08}" type="pres">
      <dgm:prSet presAssocID="{23708579-7FC9-41C9-807D-B4A15635187D}" presName="linear" presStyleCnt="0">
        <dgm:presLayoutVars>
          <dgm:animLvl val="lvl"/>
          <dgm:resizeHandles val="exact"/>
        </dgm:presLayoutVars>
      </dgm:prSet>
      <dgm:spPr/>
    </dgm:pt>
    <dgm:pt modelId="{BCE58276-007D-41A2-BDC0-87FD425A2074}" type="pres">
      <dgm:prSet presAssocID="{39FDB50C-ADC5-49CB-8216-171D6AC29D8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F72F31C-BED8-445A-B29E-112CDB52C80D}" type="pres">
      <dgm:prSet presAssocID="{09DB5623-4B4C-4FBE-9F7E-04963298FB0B}" presName="spacer" presStyleCnt="0"/>
      <dgm:spPr/>
    </dgm:pt>
    <dgm:pt modelId="{0E409CB8-602A-4E9D-85C1-CDE7F6D8DCA7}" type="pres">
      <dgm:prSet presAssocID="{EF5BEA0A-58A6-45C6-8D21-2DF57F6BFBC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02A5180-0DEB-4499-A66D-7B930951BE5A}" type="pres">
      <dgm:prSet presAssocID="{3084F58E-9326-4704-95AB-71EB9ABEA368}" presName="spacer" presStyleCnt="0"/>
      <dgm:spPr/>
    </dgm:pt>
    <dgm:pt modelId="{5B4D1C35-9DD4-40A2-8628-074138970129}" type="pres">
      <dgm:prSet presAssocID="{C0B1D76E-BF1D-4AA2-A0FB-54631FA79F0F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BD125391-CB24-440C-8720-E32086DF2297}" type="pres">
      <dgm:prSet presAssocID="{28C154CC-3F3E-45D4-B93F-FF2B5604F7FC}" presName="spacer" presStyleCnt="0"/>
      <dgm:spPr/>
    </dgm:pt>
    <dgm:pt modelId="{900142AA-E144-4DB9-8DF3-9837ECFBD809}" type="pres">
      <dgm:prSet presAssocID="{5DC446A8-0E72-486E-B8F4-68509D5CE30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7CC90DE-1EFF-412A-BC77-D0E22FC058AA}" type="pres">
      <dgm:prSet presAssocID="{D76B26AF-8CAC-4508-9477-D8668F827F0F}" presName="spacer" presStyleCnt="0"/>
      <dgm:spPr/>
    </dgm:pt>
    <dgm:pt modelId="{6D8BB59C-5961-4829-B5AF-86FE3121D02E}" type="pres">
      <dgm:prSet presAssocID="{0F718253-CC97-49A2-A15F-B0791688546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1DD3343A-5092-4D2E-BC25-07DF608403C9}" type="pres">
      <dgm:prSet presAssocID="{2A7F2076-021E-4CA4-999F-69EA613FD061}" presName="spacer" presStyleCnt="0"/>
      <dgm:spPr/>
    </dgm:pt>
    <dgm:pt modelId="{4E5D6E17-3E31-47B8-884F-5CAC939727C4}" type="pres">
      <dgm:prSet presAssocID="{C36C7997-9098-4DB6-8628-89AF8E2F562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82E07A0B-F897-4EC6-9974-5D62AE815A46}" type="presOf" srcId="{EF5BEA0A-58A6-45C6-8D21-2DF57F6BFBC2}" destId="{0E409CB8-602A-4E9D-85C1-CDE7F6D8DCA7}" srcOrd="0" destOrd="0" presId="urn:microsoft.com/office/officeart/2005/8/layout/vList2"/>
    <dgm:cxn modelId="{82C7DF17-03C1-4729-8711-A48ECAA3B387}" type="presOf" srcId="{C0B1D76E-BF1D-4AA2-A0FB-54631FA79F0F}" destId="{5B4D1C35-9DD4-40A2-8628-074138970129}" srcOrd="0" destOrd="0" presId="urn:microsoft.com/office/officeart/2005/8/layout/vList2"/>
    <dgm:cxn modelId="{5632881E-74CE-45FC-AC56-ACB7984A2DE1}" srcId="{23708579-7FC9-41C9-807D-B4A15635187D}" destId="{C36C7997-9098-4DB6-8628-89AF8E2F5625}" srcOrd="5" destOrd="0" parTransId="{BE33AB0C-8AFB-4778-B213-40F33935F868}" sibTransId="{5953F606-2AC4-4AB8-AF59-F3F1BF8BCB62}"/>
    <dgm:cxn modelId="{12F56334-E5B4-4B67-9DDE-F92BD01BEB57}" type="presOf" srcId="{5DC446A8-0E72-486E-B8F4-68509D5CE300}" destId="{900142AA-E144-4DB9-8DF3-9837ECFBD809}" srcOrd="0" destOrd="0" presId="urn:microsoft.com/office/officeart/2005/8/layout/vList2"/>
    <dgm:cxn modelId="{62D1893A-3DC2-416F-9456-F22319820E92}" srcId="{23708579-7FC9-41C9-807D-B4A15635187D}" destId="{5DC446A8-0E72-486E-B8F4-68509D5CE300}" srcOrd="3" destOrd="0" parTransId="{03F861B7-E3CA-4005-806F-3324B08D6EDA}" sibTransId="{D76B26AF-8CAC-4508-9477-D8668F827F0F}"/>
    <dgm:cxn modelId="{E1ECB64C-0337-44B2-B882-222EED9D67CA}" srcId="{23708579-7FC9-41C9-807D-B4A15635187D}" destId="{0F718253-CC97-49A2-A15F-B0791688546B}" srcOrd="4" destOrd="0" parTransId="{67474FFC-B26E-46B4-988B-511F2E132454}" sibTransId="{2A7F2076-021E-4CA4-999F-69EA613FD061}"/>
    <dgm:cxn modelId="{1CDC6050-B29D-49C5-996D-4A7EDE4E54EF}" srcId="{23708579-7FC9-41C9-807D-B4A15635187D}" destId="{C0B1D76E-BF1D-4AA2-A0FB-54631FA79F0F}" srcOrd="2" destOrd="0" parTransId="{45D6090B-5555-4023-A513-0CF03F3A5091}" sibTransId="{28C154CC-3F3E-45D4-B93F-FF2B5604F7FC}"/>
    <dgm:cxn modelId="{2B63E355-C5FA-47D1-8603-49215D2F6C73}" type="presOf" srcId="{39FDB50C-ADC5-49CB-8216-171D6AC29D8B}" destId="{BCE58276-007D-41A2-BDC0-87FD425A2074}" srcOrd="0" destOrd="0" presId="urn:microsoft.com/office/officeart/2005/8/layout/vList2"/>
    <dgm:cxn modelId="{3301FD57-2E5A-4DC0-8447-32ED58A19A05}" srcId="{23708579-7FC9-41C9-807D-B4A15635187D}" destId="{39FDB50C-ADC5-49CB-8216-171D6AC29D8B}" srcOrd="0" destOrd="0" parTransId="{10E52049-4B47-4E07-81BF-882E9838C2A0}" sibTransId="{09DB5623-4B4C-4FBE-9F7E-04963298FB0B}"/>
    <dgm:cxn modelId="{939CFC81-EE3F-46F1-A672-DAFECCC18FF2}" type="presOf" srcId="{23708579-7FC9-41C9-807D-B4A15635187D}" destId="{08AA8049-FEE7-4370-AA7D-89432E75BD08}" srcOrd="0" destOrd="0" presId="urn:microsoft.com/office/officeart/2005/8/layout/vList2"/>
    <dgm:cxn modelId="{C547FE94-660B-4CF2-A364-A50BFB7ACBE9}" type="presOf" srcId="{0F718253-CC97-49A2-A15F-B0791688546B}" destId="{6D8BB59C-5961-4829-B5AF-86FE3121D02E}" srcOrd="0" destOrd="0" presId="urn:microsoft.com/office/officeart/2005/8/layout/vList2"/>
    <dgm:cxn modelId="{D60001A8-AB47-4FF9-98AB-35AE142C8E25}" type="presOf" srcId="{C36C7997-9098-4DB6-8628-89AF8E2F5625}" destId="{4E5D6E17-3E31-47B8-884F-5CAC939727C4}" srcOrd="0" destOrd="0" presId="urn:microsoft.com/office/officeart/2005/8/layout/vList2"/>
    <dgm:cxn modelId="{698DB6D5-F203-4921-ABDB-68A7C0D915A7}" srcId="{23708579-7FC9-41C9-807D-B4A15635187D}" destId="{EF5BEA0A-58A6-45C6-8D21-2DF57F6BFBC2}" srcOrd="1" destOrd="0" parTransId="{5F57545A-173F-4803-8678-31D012500723}" sibTransId="{3084F58E-9326-4704-95AB-71EB9ABEA368}"/>
    <dgm:cxn modelId="{1E949541-3E78-4673-8360-5BE68B48003F}" type="presParOf" srcId="{08AA8049-FEE7-4370-AA7D-89432E75BD08}" destId="{BCE58276-007D-41A2-BDC0-87FD425A2074}" srcOrd="0" destOrd="0" presId="urn:microsoft.com/office/officeart/2005/8/layout/vList2"/>
    <dgm:cxn modelId="{BAD37C27-F099-4F1A-AEE1-71770ECE870F}" type="presParOf" srcId="{08AA8049-FEE7-4370-AA7D-89432E75BD08}" destId="{0F72F31C-BED8-445A-B29E-112CDB52C80D}" srcOrd="1" destOrd="0" presId="urn:microsoft.com/office/officeart/2005/8/layout/vList2"/>
    <dgm:cxn modelId="{D7BBC0F2-DAB7-4B42-955A-884FA27DCC94}" type="presParOf" srcId="{08AA8049-FEE7-4370-AA7D-89432E75BD08}" destId="{0E409CB8-602A-4E9D-85C1-CDE7F6D8DCA7}" srcOrd="2" destOrd="0" presId="urn:microsoft.com/office/officeart/2005/8/layout/vList2"/>
    <dgm:cxn modelId="{E809F6EE-D79A-47F6-921D-2E222BCA685C}" type="presParOf" srcId="{08AA8049-FEE7-4370-AA7D-89432E75BD08}" destId="{E02A5180-0DEB-4499-A66D-7B930951BE5A}" srcOrd="3" destOrd="0" presId="urn:microsoft.com/office/officeart/2005/8/layout/vList2"/>
    <dgm:cxn modelId="{25254E2B-0DF6-41EA-9C80-BD1651F81ABA}" type="presParOf" srcId="{08AA8049-FEE7-4370-AA7D-89432E75BD08}" destId="{5B4D1C35-9DD4-40A2-8628-074138970129}" srcOrd="4" destOrd="0" presId="urn:microsoft.com/office/officeart/2005/8/layout/vList2"/>
    <dgm:cxn modelId="{605F0C8E-EC47-45A3-A33E-1C7B81CF6122}" type="presParOf" srcId="{08AA8049-FEE7-4370-AA7D-89432E75BD08}" destId="{BD125391-CB24-440C-8720-E32086DF2297}" srcOrd="5" destOrd="0" presId="urn:microsoft.com/office/officeart/2005/8/layout/vList2"/>
    <dgm:cxn modelId="{326304F4-434A-42C3-A2D9-4C81D73E293E}" type="presParOf" srcId="{08AA8049-FEE7-4370-AA7D-89432E75BD08}" destId="{900142AA-E144-4DB9-8DF3-9837ECFBD809}" srcOrd="6" destOrd="0" presId="urn:microsoft.com/office/officeart/2005/8/layout/vList2"/>
    <dgm:cxn modelId="{C9C6542C-54F9-45D8-9AB4-E2DBC6377CE2}" type="presParOf" srcId="{08AA8049-FEE7-4370-AA7D-89432E75BD08}" destId="{67CC90DE-1EFF-412A-BC77-D0E22FC058AA}" srcOrd="7" destOrd="0" presId="urn:microsoft.com/office/officeart/2005/8/layout/vList2"/>
    <dgm:cxn modelId="{082BFD99-A11C-4682-AE18-6EE50244413D}" type="presParOf" srcId="{08AA8049-FEE7-4370-AA7D-89432E75BD08}" destId="{6D8BB59C-5961-4829-B5AF-86FE3121D02E}" srcOrd="8" destOrd="0" presId="urn:microsoft.com/office/officeart/2005/8/layout/vList2"/>
    <dgm:cxn modelId="{8598DEDD-39E8-479C-A3BD-5F2284BB54CE}" type="presParOf" srcId="{08AA8049-FEE7-4370-AA7D-89432E75BD08}" destId="{1DD3343A-5092-4D2E-BC25-07DF608403C9}" srcOrd="9" destOrd="0" presId="urn:microsoft.com/office/officeart/2005/8/layout/vList2"/>
    <dgm:cxn modelId="{9F9C083D-C66A-4B3B-81E7-92DFC53FF44D}" type="presParOf" srcId="{08AA8049-FEE7-4370-AA7D-89432E75BD08}" destId="{4E5D6E17-3E31-47B8-884F-5CAC939727C4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E53BB92-FDF3-47BE-8832-2065533F391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9F4D9AA-680F-48FA-826E-18FF9B39D8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Federated Learning successfully preserved client privacy. </a:t>
          </a:r>
        </a:p>
      </dgm:t>
    </dgm:pt>
    <dgm:pt modelId="{248A429B-6056-41C6-9A9A-9447A0A43FF1}" type="parTrans" cxnId="{BE4283CB-8E40-488E-8619-31BF99BDB3EB}">
      <dgm:prSet/>
      <dgm:spPr/>
      <dgm:t>
        <a:bodyPr/>
        <a:lstStyle/>
        <a:p>
          <a:endParaRPr lang="en-US"/>
        </a:p>
      </dgm:t>
    </dgm:pt>
    <dgm:pt modelId="{E7043EAD-DB67-4E07-B7D0-01E621041E0C}" type="sibTrans" cxnId="{BE4283CB-8E40-488E-8619-31BF99BDB3EB}">
      <dgm:prSet/>
      <dgm:spPr/>
      <dgm:t>
        <a:bodyPr/>
        <a:lstStyle/>
        <a:p>
          <a:endParaRPr lang="en-US"/>
        </a:p>
      </dgm:t>
    </dgm:pt>
    <dgm:pt modelId="{FE3BC427-0A26-4360-8C03-9FFE136126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Local Random Forest models improved prediction accuracy. </a:t>
          </a:r>
        </a:p>
      </dgm:t>
    </dgm:pt>
    <dgm:pt modelId="{33D78162-566E-473B-AC6E-4DC6385FDCCB}" type="parTrans" cxnId="{7143B7FD-145D-4E6C-8E49-02114BFF4633}">
      <dgm:prSet/>
      <dgm:spPr/>
      <dgm:t>
        <a:bodyPr/>
        <a:lstStyle/>
        <a:p>
          <a:endParaRPr lang="en-US"/>
        </a:p>
      </dgm:t>
    </dgm:pt>
    <dgm:pt modelId="{9631E289-77D1-419A-98EF-7CD151990911}" type="sibTrans" cxnId="{7143B7FD-145D-4E6C-8E49-02114BFF4633}">
      <dgm:prSet/>
      <dgm:spPr/>
      <dgm:t>
        <a:bodyPr/>
        <a:lstStyle/>
        <a:p>
          <a:endParaRPr lang="en-US"/>
        </a:p>
      </dgm:t>
    </dgm:pt>
    <dgm:pt modelId="{9E847105-505F-4261-998B-FF20155B72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 Personalized</a:t>
          </a:r>
          <a:r>
            <a:rPr lang="en-US"/>
            <a:t> mileage predictions differed across vehicle models. </a:t>
          </a:r>
        </a:p>
      </dgm:t>
    </dgm:pt>
    <dgm:pt modelId="{9B03AFF4-F285-457A-9534-1E1CBE1E5441}" type="parTrans" cxnId="{D3736D88-458B-4274-BEE8-6D0DEE4F3C0C}">
      <dgm:prSet/>
      <dgm:spPr/>
      <dgm:t>
        <a:bodyPr/>
        <a:lstStyle/>
        <a:p>
          <a:endParaRPr lang="en-US"/>
        </a:p>
      </dgm:t>
    </dgm:pt>
    <dgm:pt modelId="{12FB26B9-9D4A-4964-A749-7963EDFFC0E2}" type="sibTrans" cxnId="{D3736D88-458B-4274-BEE8-6D0DEE4F3C0C}">
      <dgm:prSet/>
      <dgm:spPr/>
      <dgm:t>
        <a:bodyPr/>
        <a:lstStyle/>
        <a:p>
          <a:endParaRPr lang="en-US"/>
        </a:p>
      </dgm:t>
    </dgm:pt>
    <dgm:pt modelId="{F595CDF0-1C34-49D2-8C37-B4A20DFFA944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alibri Light" panose="020F0302020204030204"/>
            </a:rPr>
            <a:t>  Battery</a:t>
          </a:r>
          <a:r>
            <a:rPr lang="en-US"/>
            <a:t> health estimation reflected vehicle-specific conditions. </a:t>
          </a:r>
        </a:p>
      </dgm:t>
    </dgm:pt>
    <dgm:pt modelId="{48C61A4C-5AA5-459B-87CC-9DD37E4CDCD3}" type="parTrans" cxnId="{C96F6D2D-83D7-4EE7-A101-58A2CA965D1F}">
      <dgm:prSet/>
      <dgm:spPr/>
      <dgm:t>
        <a:bodyPr/>
        <a:lstStyle/>
        <a:p>
          <a:endParaRPr lang="en-US"/>
        </a:p>
      </dgm:t>
    </dgm:pt>
    <dgm:pt modelId="{23ECC4EE-08A9-458C-8943-D4D305D393D7}" type="sibTrans" cxnId="{C96F6D2D-83D7-4EE7-A101-58A2CA965D1F}">
      <dgm:prSet/>
      <dgm:spPr/>
      <dgm:t>
        <a:bodyPr/>
        <a:lstStyle/>
        <a:p>
          <a:endParaRPr lang="en-US"/>
        </a:p>
      </dgm:t>
    </dgm:pt>
    <dgm:pt modelId="{6969E621-7ED3-4F5E-9115-FF672B405A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Non-linear</a:t>
          </a:r>
          <a:r>
            <a:rPr lang="en-US"/>
            <a:t> degradation curves showed realistic battery aging behavior. </a:t>
          </a:r>
        </a:p>
      </dgm:t>
    </dgm:pt>
    <dgm:pt modelId="{2EF39534-A4C2-47F0-AFB8-09DE53F6C966}" type="parTrans" cxnId="{B8F201D5-6C31-4111-9FFD-F74993FCB62E}">
      <dgm:prSet/>
      <dgm:spPr/>
      <dgm:t>
        <a:bodyPr/>
        <a:lstStyle/>
        <a:p>
          <a:endParaRPr lang="en-US"/>
        </a:p>
      </dgm:t>
    </dgm:pt>
    <dgm:pt modelId="{CCD04838-CA0F-4185-8037-A8EF8FC465EB}" type="sibTrans" cxnId="{B8F201D5-6C31-4111-9FFD-F74993FCB62E}">
      <dgm:prSet/>
      <dgm:spPr/>
      <dgm:t>
        <a:bodyPr/>
        <a:lstStyle/>
        <a:p>
          <a:endParaRPr lang="en-US"/>
        </a:p>
      </dgm:t>
    </dgm:pt>
    <dgm:pt modelId="{9624CD00-C848-4AC8-A8DC-1691242DD7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Service notifications were generated for degraded vehicles. </a:t>
          </a:r>
        </a:p>
      </dgm:t>
    </dgm:pt>
    <dgm:pt modelId="{4FC7FCBA-6A03-4F41-99A0-5FB3DA85961B}" type="parTrans" cxnId="{37123881-D86A-4E7D-BB3D-33AA7D3FA2A9}">
      <dgm:prSet/>
      <dgm:spPr/>
      <dgm:t>
        <a:bodyPr/>
        <a:lstStyle/>
        <a:p>
          <a:endParaRPr lang="en-US"/>
        </a:p>
      </dgm:t>
    </dgm:pt>
    <dgm:pt modelId="{BE28CBC0-D8D3-48BC-B8DD-24AC2710B0FB}" type="sibTrans" cxnId="{37123881-D86A-4E7D-BB3D-33AA7D3FA2A9}">
      <dgm:prSet/>
      <dgm:spPr/>
      <dgm:t>
        <a:bodyPr/>
        <a:lstStyle/>
        <a:p>
          <a:endParaRPr lang="en-US"/>
        </a:p>
      </dgm:t>
    </dgm:pt>
    <dgm:pt modelId="{A5ED0972-3B4A-4F1A-9B10-1C6FDF5FC0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showroom server successfully aggregated global EV knowledge. </a:t>
          </a:r>
        </a:p>
      </dgm:t>
    </dgm:pt>
    <dgm:pt modelId="{4136D719-5AE3-42A2-B5F0-8B833B0977B5}" type="parTrans" cxnId="{67EF2FEF-0AC9-477C-9C1C-27F642A32A36}">
      <dgm:prSet/>
      <dgm:spPr/>
      <dgm:t>
        <a:bodyPr/>
        <a:lstStyle/>
        <a:p>
          <a:endParaRPr lang="en-US"/>
        </a:p>
      </dgm:t>
    </dgm:pt>
    <dgm:pt modelId="{C8948692-E3BD-4B23-B717-6DD085C501DC}" type="sibTrans" cxnId="{67EF2FEF-0AC9-477C-9C1C-27F642A32A36}">
      <dgm:prSet/>
      <dgm:spPr/>
      <dgm:t>
        <a:bodyPr/>
        <a:lstStyle/>
        <a:p>
          <a:endParaRPr lang="en-US"/>
        </a:p>
      </dgm:t>
    </dgm:pt>
    <dgm:pt modelId="{DAD2BDAA-4C04-4BCA-A767-DCEAE0E568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framework demonstrated intelligent and scalable EV analytics.</a:t>
          </a:r>
        </a:p>
      </dgm:t>
    </dgm:pt>
    <dgm:pt modelId="{CE3BB6C0-92F6-45ED-99D7-A09312E44061}" type="parTrans" cxnId="{4FEEB1B5-E552-4D07-9BE0-57701F0C3799}">
      <dgm:prSet/>
      <dgm:spPr/>
      <dgm:t>
        <a:bodyPr/>
        <a:lstStyle/>
        <a:p>
          <a:endParaRPr lang="en-US"/>
        </a:p>
      </dgm:t>
    </dgm:pt>
    <dgm:pt modelId="{5673FAA3-59BD-4EF1-9727-C5C0BBFC8D34}" type="sibTrans" cxnId="{4FEEB1B5-E552-4D07-9BE0-57701F0C3799}">
      <dgm:prSet/>
      <dgm:spPr/>
      <dgm:t>
        <a:bodyPr/>
        <a:lstStyle/>
        <a:p>
          <a:endParaRPr lang="en-US"/>
        </a:p>
      </dgm:t>
    </dgm:pt>
    <dgm:pt modelId="{2AB8E838-C6DA-4A43-BABC-363806C591E5}" type="pres">
      <dgm:prSet presAssocID="{8E53BB92-FDF3-47BE-8832-2065533F3914}" presName="root" presStyleCnt="0">
        <dgm:presLayoutVars>
          <dgm:dir/>
          <dgm:resizeHandles val="exact"/>
        </dgm:presLayoutVars>
      </dgm:prSet>
      <dgm:spPr/>
    </dgm:pt>
    <dgm:pt modelId="{9A0BC59B-3370-49B5-AF16-D261D9787C87}" type="pres">
      <dgm:prSet presAssocID="{E9F4D9AA-680F-48FA-826E-18FF9B39D812}" presName="compNode" presStyleCnt="0"/>
      <dgm:spPr/>
    </dgm:pt>
    <dgm:pt modelId="{681D866E-20AF-4A16-912C-2250A7137C0F}" type="pres">
      <dgm:prSet presAssocID="{E9F4D9AA-680F-48FA-826E-18FF9B39D812}" presName="bgRect" presStyleLbl="bgShp" presStyleIdx="0" presStyleCnt="8"/>
      <dgm:spPr/>
    </dgm:pt>
    <dgm:pt modelId="{0EA48521-E498-47DC-9A54-0537E790856E}" type="pres">
      <dgm:prSet presAssocID="{E9F4D9AA-680F-48FA-826E-18FF9B39D812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263DB91-ADD1-4DEC-B2CB-204F65482354}" type="pres">
      <dgm:prSet presAssocID="{E9F4D9AA-680F-48FA-826E-18FF9B39D812}" presName="spaceRect" presStyleCnt="0"/>
      <dgm:spPr/>
    </dgm:pt>
    <dgm:pt modelId="{51399069-66AE-4010-A9AA-4DD80D9A5916}" type="pres">
      <dgm:prSet presAssocID="{E9F4D9AA-680F-48FA-826E-18FF9B39D812}" presName="parTx" presStyleLbl="revTx" presStyleIdx="0" presStyleCnt="8">
        <dgm:presLayoutVars>
          <dgm:chMax val="0"/>
          <dgm:chPref val="0"/>
        </dgm:presLayoutVars>
      </dgm:prSet>
      <dgm:spPr/>
    </dgm:pt>
    <dgm:pt modelId="{02F4A3B6-A99B-4B8F-9D5B-2820168D6C9B}" type="pres">
      <dgm:prSet presAssocID="{E7043EAD-DB67-4E07-B7D0-01E621041E0C}" presName="sibTrans" presStyleCnt="0"/>
      <dgm:spPr/>
    </dgm:pt>
    <dgm:pt modelId="{1659D4A4-76E8-4B95-B51B-765D9937BE20}" type="pres">
      <dgm:prSet presAssocID="{FE3BC427-0A26-4360-8C03-9FFE136126E7}" presName="compNode" presStyleCnt="0"/>
      <dgm:spPr/>
    </dgm:pt>
    <dgm:pt modelId="{832B0132-DEF7-4E04-A49E-1CF3A2A91640}" type="pres">
      <dgm:prSet presAssocID="{FE3BC427-0A26-4360-8C03-9FFE136126E7}" presName="bgRect" presStyleLbl="bgShp" presStyleIdx="1" presStyleCnt="8"/>
      <dgm:spPr/>
    </dgm:pt>
    <dgm:pt modelId="{99A3C1F9-3707-4600-AA44-282F78BD097E}" type="pres">
      <dgm:prSet presAssocID="{FE3BC427-0A26-4360-8C03-9FFE136126E7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7DD8E362-5AF6-4B95-BDE1-E158CDA84004}" type="pres">
      <dgm:prSet presAssocID="{FE3BC427-0A26-4360-8C03-9FFE136126E7}" presName="spaceRect" presStyleCnt="0"/>
      <dgm:spPr/>
    </dgm:pt>
    <dgm:pt modelId="{B6128931-57AD-4140-8F8E-CDCA0D2BED6B}" type="pres">
      <dgm:prSet presAssocID="{FE3BC427-0A26-4360-8C03-9FFE136126E7}" presName="parTx" presStyleLbl="revTx" presStyleIdx="1" presStyleCnt="8">
        <dgm:presLayoutVars>
          <dgm:chMax val="0"/>
          <dgm:chPref val="0"/>
        </dgm:presLayoutVars>
      </dgm:prSet>
      <dgm:spPr/>
    </dgm:pt>
    <dgm:pt modelId="{D34B0BCC-CBF9-440D-B5B8-B2C972AB4E26}" type="pres">
      <dgm:prSet presAssocID="{9631E289-77D1-419A-98EF-7CD151990911}" presName="sibTrans" presStyleCnt="0"/>
      <dgm:spPr/>
    </dgm:pt>
    <dgm:pt modelId="{01D9D3EF-4604-4EB4-B1CA-4B05B8B042C8}" type="pres">
      <dgm:prSet presAssocID="{9E847105-505F-4261-998B-FF20155B7287}" presName="compNode" presStyleCnt="0"/>
      <dgm:spPr/>
    </dgm:pt>
    <dgm:pt modelId="{263EC81A-B4CE-465D-AAFD-92B3BD78D0D0}" type="pres">
      <dgm:prSet presAssocID="{9E847105-505F-4261-998B-FF20155B7287}" presName="bgRect" presStyleLbl="bgShp" presStyleIdx="2" presStyleCnt="8"/>
      <dgm:spPr/>
    </dgm:pt>
    <dgm:pt modelId="{4DB8209C-1B61-461F-9DC6-8E7F42AC8380}" type="pres">
      <dgm:prSet presAssocID="{9E847105-505F-4261-998B-FF20155B7287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F1A3424F-E871-4100-A500-B0A842B71BDE}" type="pres">
      <dgm:prSet presAssocID="{9E847105-505F-4261-998B-FF20155B7287}" presName="spaceRect" presStyleCnt="0"/>
      <dgm:spPr/>
    </dgm:pt>
    <dgm:pt modelId="{03728DBF-2E39-463E-BC63-57617805A92E}" type="pres">
      <dgm:prSet presAssocID="{9E847105-505F-4261-998B-FF20155B7287}" presName="parTx" presStyleLbl="revTx" presStyleIdx="2" presStyleCnt="8">
        <dgm:presLayoutVars>
          <dgm:chMax val="0"/>
          <dgm:chPref val="0"/>
        </dgm:presLayoutVars>
      </dgm:prSet>
      <dgm:spPr/>
    </dgm:pt>
    <dgm:pt modelId="{29DBE954-E38C-48EC-9CD1-DEBC8C894A24}" type="pres">
      <dgm:prSet presAssocID="{12FB26B9-9D4A-4964-A749-7963EDFFC0E2}" presName="sibTrans" presStyleCnt="0"/>
      <dgm:spPr/>
    </dgm:pt>
    <dgm:pt modelId="{989AB487-9FB5-4BAB-8307-0F005E7457A6}" type="pres">
      <dgm:prSet presAssocID="{F595CDF0-1C34-49D2-8C37-B4A20DFFA944}" presName="compNode" presStyleCnt="0"/>
      <dgm:spPr/>
    </dgm:pt>
    <dgm:pt modelId="{10529607-5BB6-4105-B6B3-F58F94D9E88B}" type="pres">
      <dgm:prSet presAssocID="{F595CDF0-1C34-49D2-8C37-B4A20DFFA944}" presName="bgRect" presStyleLbl="bgShp" presStyleIdx="3" presStyleCnt="8"/>
      <dgm:spPr/>
    </dgm:pt>
    <dgm:pt modelId="{4BCF3CCE-0001-4EA5-ACE6-BB2AF5588DD2}" type="pres">
      <dgm:prSet presAssocID="{F595CDF0-1C34-49D2-8C37-B4A20DFFA944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9B29C880-49AE-413D-9B3B-E2D3B3D06F72}" type="pres">
      <dgm:prSet presAssocID="{F595CDF0-1C34-49D2-8C37-B4A20DFFA944}" presName="spaceRect" presStyleCnt="0"/>
      <dgm:spPr/>
    </dgm:pt>
    <dgm:pt modelId="{A472ED27-B75D-449C-A7F4-D3E900667DAD}" type="pres">
      <dgm:prSet presAssocID="{F595CDF0-1C34-49D2-8C37-B4A20DFFA944}" presName="parTx" presStyleLbl="revTx" presStyleIdx="3" presStyleCnt="8">
        <dgm:presLayoutVars>
          <dgm:chMax val="0"/>
          <dgm:chPref val="0"/>
        </dgm:presLayoutVars>
      </dgm:prSet>
      <dgm:spPr/>
    </dgm:pt>
    <dgm:pt modelId="{FA2E7458-7E5B-4AAF-A702-8A17E268ED93}" type="pres">
      <dgm:prSet presAssocID="{23ECC4EE-08A9-458C-8943-D4D305D393D7}" presName="sibTrans" presStyleCnt="0"/>
      <dgm:spPr/>
    </dgm:pt>
    <dgm:pt modelId="{7F90F196-5E26-4710-9951-86F3F7523773}" type="pres">
      <dgm:prSet presAssocID="{6969E621-7ED3-4F5E-9115-FF672B405A6A}" presName="compNode" presStyleCnt="0"/>
      <dgm:spPr/>
    </dgm:pt>
    <dgm:pt modelId="{6037B72E-A805-42C7-96E6-ACE185E839BA}" type="pres">
      <dgm:prSet presAssocID="{6969E621-7ED3-4F5E-9115-FF672B405A6A}" presName="bgRect" presStyleLbl="bgShp" presStyleIdx="4" presStyleCnt="8"/>
      <dgm:spPr/>
    </dgm:pt>
    <dgm:pt modelId="{B2602788-26BA-46DF-BF7F-AB5F5F268A84}" type="pres">
      <dgm:prSet presAssocID="{6969E621-7ED3-4F5E-9115-FF672B405A6A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ty Battery"/>
        </a:ext>
      </dgm:extLst>
    </dgm:pt>
    <dgm:pt modelId="{3A9A36EB-7CF1-4A49-BDB3-75F7495C463F}" type="pres">
      <dgm:prSet presAssocID="{6969E621-7ED3-4F5E-9115-FF672B405A6A}" presName="spaceRect" presStyleCnt="0"/>
      <dgm:spPr/>
    </dgm:pt>
    <dgm:pt modelId="{AA131293-05F3-400A-AA37-5774C3DF7BD9}" type="pres">
      <dgm:prSet presAssocID="{6969E621-7ED3-4F5E-9115-FF672B405A6A}" presName="parTx" presStyleLbl="revTx" presStyleIdx="4" presStyleCnt="8">
        <dgm:presLayoutVars>
          <dgm:chMax val="0"/>
          <dgm:chPref val="0"/>
        </dgm:presLayoutVars>
      </dgm:prSet>
      <dgm:spPr/>
    </dgm:pt>
    <dgm:pt modelId="{329DB548-F112-4395-AC89-2C52C09170BD}" type="pres">
      <dgm:prSet presAssocID="{CCD04838-CA0F-4185-8037-A8EF8FC465EB}" presName="sibTrans" presStyleCnt="0"/>
      <dgm:spPr/>
    </dgm:pt>
    <dgm:pt modelId="{F9987E38-7C62-4BB7-980C-C03B196A47C3}" type="pres">
      <dgm:prSet presAssocID="{9624CD00-C848-4AC8-A8DC-1691242DD72E}" presName="compNode" presStyleCnt="0"/>
      <dgm:spPr/>
    </dgm:pt>
    <dgm:pt modelId="{D00B0DC0-C512-4685-820D-3C72AAC39095}" type="pres">
      <dgm:prSet presAssocID="{9624CD00-C848-4AC8-A8DC-1691242DD72E}" presName="bgRect" presStyleLbl="bgShp" presStyleIdx="5" presStyleCnt="8"/>
      <dgm:spPr/>
    </dgm:pt>
    <dgm:pt modelId="{8E20AA61-13E3-448E-A22E-418FDA0114B5}" type="pres">
      <dgm:prSet presAssocID="{9624CD00-C848-4AC8-A8DC-1691242DD72E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xi"/>
        </a:ext>
      </dgm:extLst>
    </dgm:pt>
    <dgm:pt modelId="{C447D788-A330-4CF2-B0D0-C7EF5E5A8369}" type="pres">
      <dgm:prSet presAssocID="{9624CD00-C848-4AC8-A8DC-1691242DD72E}" presName="spaceRect" presStyleCnt="0"/>
      <dgm:spPr/>
    </dgm:pt>
    <dgm:pt modelId="{7A2EEE3F-1E59-452F-BB91-92E703CBDA2D}" type="pres">
      <dgm:prSet presAssocID="{9624CD00-C848-4AC8-A8DC-1691242DD72E}" presName="parTx" presStyleLbl="revTx" presStyleIdx="5" presStyleCnt="8">
        <dgm:presLayoutVars>
          <dgm:chMax val="0"/>
          <dgm:chPref val="0"/>
        </dgm:presLayoutVars>
      </dgm:prSet>
      <dgm:spPr/>
    </dgm:pt>
    <dgm:pt modelId="{008E6906-7960-4707-88E3-37A3F40E4213}" type="pres">
      <dgm:prSet presAssocID="{BE28CBC0-D8D3-48BC-B8DD-24AC2710B0FB}" presName="sibTrans" presStyleCnt="0"/>
      <dgm:spPr/>
    </dgm:pt>
    <dgm:pt modelId="{73DAF397-65AC-4648-B216-4EEC5A3F8601}" type="pres">
      <dgm:prSet presAssocID="{A5ED0972-3B4A-4F1A-9B10-1C6FDF5FC0D1}" presName="compNode" presStyleCnt="0"/>
      <dgm:spPr/>
    </dgm:pt>
    <dgm:pt modelId="{3642E9D2-31ED-4F36-859C-F71CA2885A82}" type="pres">
      <dgm:prSet presAssocID="{A5ED0972-3B4A-4F1A-9B10-1C6FDF5FC0D1}" presName="bgRect" presStyleLbl="bgShp" presStyleIdx="6" presStyleCnt="8"/>
      <dgm:spPr/>
    </dgm:pt>
    <dgm:pt modelId="{1543D673-C2E6-41AB-A06C-ED01C8AF9C54}" type="pres">
      <dgm:prSet presAssocID="{A5ED0972-3B4A-4F1A-9B10-1C6FDF5FC0D1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36EAD94-3AAD-46BD-A103-780D096142D7}" type="pres">
      <dgm:prSet presAssocID="{A5ED0972-3B4A-4F1A-9B10-1C6FDF5FC0D1}" presName="spaceRect" presStyleCnt="0"/>
      <dgm:spPr/>
    </dgm:pt>
    <dgm:pt modelId="{D9533DA9-2C9C-433B-877A-33D79C676807}" type="pres">
      <dgm:prSet presAssocID="{A5ED0972-3B4A-4F1A-9B10-1C6FDF5FC0D1}" presName="parTx" presStyleLbl="revTx" presStyleIdx="6" presStyleCnt="8">
        <dgm:presLayoutVars>
          <dgm:chMax val="0"/>
          <dgm:chPref val="0"/>
        </dgm:presLayoutVars>
      </dgm:prSet>
      <dgm:spPr/>
    </dgm:pt>
    <dgm:pt modelId="{F7E019EE-FF62-41AC-B9BF-2F5CD256F100}" type="pres">
      <dgm:prSet presAssocID="{C8948692-E3BD-4B23-B717-6DD085C501DC}" presName="sibTrans" presStyleCnt="0"/>
      <dgm:spPr/>
    </dgm:pt>
    <dgm:pt modelId="{C4CD1B15-BBA5-46CF-8E0B-3CA8B972B2D3}" type="pres">
      <dgm:prSet presAssocID="{DAD2BDAA-4C04-4BCA-A767-DCEAE0E56863}" presName="compNode" presStyleCnt="0"/>
      <dgm:spPr/>
    </dgm:pt>
    <dgm:pt modelId="{2F81F10F-93B7-462D-93F9-9EF1BB9DEC22}" type="pres">
      <dgm:prSet presAssocID="{DAD2BDAA-4C04-4BCA-A767-DCEAE0E56863}" presName="bgRect" presStyleLbl="bgShp" presStyleIdx="7" presStyleCnt="8"/>
      <dgm:spPr/>
    </dgm:pt>
    <dgm:pt modelId="{087B97D0-A06A-49EF-9CEE-3819E3EC6F8F}" type="pres">
      <dgm:prSet presAssocID="{DAD2BDAA-4C04-4BCA-A767-DCEAE0E56863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D5E6D5A-25B7-4A13-8005-29403B863894}" type="pres">
      <dgm:prSet presAssocID="{DAD2BDAA-4C04-4BCA-A767-DCEAE0E56863}" presName="spaceRect" presStyleCnt="0"/>
      <dgm:spPr/>
    </dgm:pt>
    <dgm:pt modelId="{89CEB1CD-670F-49E2-B265-FC83EAC1C23D}" type="pres">
      <dgm:prSet presAssocID="{DAD2BDAA-4C04-4BCA-A767-DCEAE0E56863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B41D780B-5666-4FF7-A4C2-6A39DC88A8E5}" type="presOf" srcId="{8E53BB92-FDF3-47BE-8832-2065533F3914}" destId="{2AB8E838-C6DA-4A43-BABC-363806C591E5}" srcOrd="0" destOrd="0" presId="urn:microsoft.com/office/officeart/2018/2/layout/IconVerticalSolidList"/>
    <dgm:cxn modelId="{FE7BBD23-BDEA-4E43-8646-EE1B1C0D26A6}" type="presOf" srcId="{9E847105-505F-4261-998B-FF20155B7287}" destId="{03728DBF-2E39-463E-BC63-57617805A92E}" srcOrd="0" destOrd="0" presId="urn:microsoft.com/office/officeart/2018/2/layout/IconVerticalSolidList"/>
    <dgm:cxn modelId="{C96F6D2D-83D7-4EE7-A101-58A2CA965D1F}" srcId="{8E53BB92-FDF3-47BE-8832-2065533F3914}" destId="{F595CDF0-1C34-49D2-8C37-B4A20DFFA944}" srcOrd="3" destOrd="0" parTransId="{48C61A4C-5AA5-459B-87CC-9DD37E4CDCD3}" sibTransId="{23ECC4EE-08A9-458C-8943-D4D305D393D7}"/>
    <dgm:cxn modelId="{07526937-D479-4F03-A13E-CE772A0007B6}" type="presOf" srcId="{6969E621-7ED3-4F5E-9115-FF672B405A6A}" destId="{AA131293-05F3-400A-AA37-5774C3DF7BD9}" srcOrd="0" destOrd="0" presId="urn:microsoft.com/office/officeart/2018/2/layout/IconVerticalSolidList"/>
    <dgm:cxn modelId="{EC1FC25E-41ED-4473-A415-F7D55D0268CA}" type="presOf" srcId="{E9F4D9AA-680F-48FA-826E-18FF9B39D812}" destId="{51399069-66AE-4010-A9AA-4DD80D9A5916}" srcOrd="0" destOrd="0" presId="urn:microsoft.com/office/officeart/2018/2/layout/IconVerticalSolidList"/>
    <dgm:cxn modelId="{D57F9653-27B9-4209-AB23-4B303B607EB6}" type="presOf" srcId="{DAD2BDAA-4C04-4BCA-A767-DCEAE0E56863}" destId="{89CEB1CD-670F-49E2-B265-FC83EAC1C23D}" srcOrd="0" destOrd="0" presId="urn:microsoft.com/office/officeart/2018/2/layout/IconVerticalSolidList"/>
    <dgm:cxn modelId="{37123881-D86A-4E7D-BB3D-33AA7D3FA2A9}" srcId="{8E53BB92-FDF3-47BE-8832-2065533F3914}" destId="{9624CD00-C848-4AC8-A8DC-1691242DD72E}" srcOrd="5" destOrd="0" parTransId="{4FC7FCBA-6A03-4F41-99A0-5FB3DA85961B}" sibTransId="{BE28CBC0-D8D3-48BC-B8DD-24AC2710B0FB}"/>
    <dgm:cxn modelId="{D3736D88-458B-4274-BEE8-6D0DEE4F3C0C}" srcId="{8E53BB92-FDF3-47BE-8832-2065533F3914}" destId="{9E847105-505F-4261-998B-FF20155B7287}" srcOrd="2" destOrd="0" parTransId="{9B03AFF4-F285-457A-9534-1E1CBE1E5441}" sibTransId="{12FB26B9-9D4A-4964-A749-7963EDFFC0E2}"/>
    <dgm:cxn modelId="{191B0091-0640-474C-85CA-D035D1D97A2A}" type="presOf" srcId="{9624CD00-C848-4AC8-A8DC-1691242DD72E}" destId="{7A2EEE3F-1E59-452F-BB91-92E703CBDA2D}" srcOrd="0" destOrd="0" presId="urn:microsoft.com/office/officeart/2018/2/layout/IconVerticalSolidList"/>
    <dgm:cxn modelId="{4FEEB1B5-E552-4D07-9BE0-57701F0C3799}" srcId="{8E53BB92-FDF3-47BE-8832-2065533F3914}" destId="{DAD2BDAA-4C04-4BCA-A767-DCEAE0E56863}" srcOrd="7" destOrd="0" parTransId="{CE3BB6C0-92F6-45ED-99D7-A09312E44061}" sibTransId="{5673FAA3-59BD-4EF1-9727-C5C0BBFC8D34}"/>
    <dgm:cxn modelId="{3DAF9CB7-8F71-457C-A7E5-139CF7CAFF5F}" type="presOf" srcId="{A5ED0972-3B4A-4F1A-9B10-1C6FDF5FC0D1}" destId="{D9533DA9-2C9C-433B-877A-33D79C676807}" srcOrd="0" destOrd="0" presId="urn:microsoft.com/office/officeart/2018/2/layout/IconVerticalSolidList"/>
    <dgm:cxn modelId="{40D68EBD-B9CE-4444-ABC7-494C56CE438F}" type="presOf" srcId="{F595CDF0-1C34-49D2-8C37-B4A20DFFA944}" destId="{A472ED27-B75D-449C-A7F4-D3E900667DAD}" srcOrd="0" destOrd="0" presId="urn:microsoft.com/office/officeart/2018/2/layout/IconVerticalSolidList"/>
    <dgm:cxn modelId="{0F7DBCBF-8A5B-4372-A87A-E9A3203552C8}" type="presOf" srcId="{FE3BC427-0A26-4360-8C03-9FFE136126E7}" destId="{B6128931-57AD-4140-8F8E-CDCA0D2BED6B}" srcOrd="0" destOrd="0" presId="urn:microsoft.com/office/officeart/2018/2/layout/IconVerticalSolidList"/>
    <dgm:cxn modelId="{BE4283CB-8E40-488E-8619-31BF99BDB3EB}" srcId="{8E53BB92-FDF3-47BE-8832-2065533F3914}" destId="{E9F4D9AA-680F-48FA-826E-18FF9B39D812}" srcOrd="0" destOrd="0" parTransId="{248A429B-6056-41C6-9A9A-9447A0A43FF1}" sibTransId="{E7043EAD-DB67-4E07-B7D0-01E621041E0C}"/>
    <dgm:cxn modelId="{B8F201D5-6C31-4111-9FFD-F74993FCB62E}" srcId="{8E53BB92-FDF3-47BE-8832-2065533F3914}" destId="{6969E621-7ED3-4F5E-9115-FF672B405A6A}" srcOrd="4" destOrd="0" parTransId="{2EF39534-A4C2-47F0-AFB8-09DE53F6C966}" sibTransId="{CCD04838-CA0F-4185-8037-A8EF8FC465EB}"/>
    <dgm:cxn modelId="{67EF2FEF-0AC9-477C-9C1C-27F642A32A36}" srcId="{8E53BB92-FDF3-47BE-8832-2065533F3914}" destId="{A5ED0972-3B4A-4F1A-9B10-1C6FDF5FC0D1}" srcOrd="6" destOrd="0" parTransId="{4136D719-5AE3-42A2-B5F0-8B833B0977B5}" sibTransId="{C8948692-E3BD-4B23-B717-6DD085C501DC}"/>
    <dgm:cxn modelId="{7143B7FD-145D-4E6C-8E49-02114BFF4633}" srcId="{8E53BB92-FDF3-47BE-8832-2065533F3914}" destId="{FE3BC427-0A26-4360-8C03-9FFE136126E7}" srcOrd="1" destOrd="0" parTransId="{33D78162-566E-473B-AC6E-4DC6385FDCCB}" sibTransId="{9631E289-77D1-419A-98EF-7CD151990911}"/>
    <dgm:cxn modelId="{A8E7D26A-61C3-4156-AD2F-A761CB154C0A}" type="presParOf" srcId="{2AB8E838-C6DA-4A43-BABC-363806C591E5}" destId="{9A0BC59B-3370-49B5-AF16-D261D9787C87}" srcOrd="0" destOrd="0" presId="urn:microsoft.com/office/officeart/2018/2/layout/IconVerticalSolidList"/>
    <dgm:cxn modelId="{64AF3EC7-4511-4A18-A948-45A878F28B18}" type="presParOf" srcId="{9A0BC59B-3370-49B5-AF16-D261D9787C87}" destId="{681D866E-20AF-4A16-912C-2250A7137C0F}" srcOrd="0" destOrd="0" presId="urn:microsoft.com/office/officeart/2018/2/layout/IconVerticalSolidList"/>
    <dgm:cxn modelId="{ED96C327-51DD-475B-A912-67E9812FBF3F}" type="presParOf" srcId="{9A0BC59B-3370-49B5-AF16-D261D9787C87}" destId="{0EA48521-E498-47DC-9A54-0537E790856E}" srcOrd="1" destOrd="0" presId="urn:microsoft.com/office/officeart/2018/2/layout/IconVerticalSolidList"/>
    <dgm:cxn modelId="{2F9E9CB2-4314-4D76-9BAD-D500B6E99483}" type="presParOf" srcId="{9A0BC59B-3370-49B5-AF16-D261D9787C87}" destId="{F263DB91-ADD1-4DEC-B2CB-204F65482354}" srcOrd="2" destOrd="0" presId="urn:microsoft.com/office/officeart/2018/2/layout/IconVerticalSolidList"/>
    <dgm:cxn modelId="{58EB784C-BE4F-4FB9-86F9-24A97D9C181E}" type="presParOf" srcId="{9A0BC59B-3370-49B5-AF16-D261D9787C87}" destId="{51399069-66AE-4010-A9AA-4DD80D9A5916}" srcOrd="3" destOrd="0" presId="urn:microsoft.com/office/officeart/2018/2/layout/IconVerticalSolidList"/>
    <dgm:cxn modelId="{1AE44384-DFFC-4EA2-AC3A-0CA7D010A769}" type="presParOf" srcId="{2AB8E838-C6DA-4A43-BABC-363806C591E5}" destId="{02F4A3B6-A99B-4B8F-9D5B-2820168D6C9B}" srcOrd="1" destOrd="0" presId="urn:microsoft.com/office/officeart/2018/2/layout/IconVerticalSolidList"/>
    <dgm:cxn modelId="{161412F8-539A-4F50-B0D8-75E11641FDA2}" type="presParOf" srcId="{2AB8E838-C6DA-4A43-BABC-363806C591E5}" destId="{1659D4A4-76E8-4B95-B51B-765D9937BE20}" srcOrd="2" destOrd="0" presId="urn:microsoft.com/office/officeart/2018/2/layout/IconVerticalSolidList"/>
    <dgm:cxn modelId="{35DACDCA-2E41-4DCC-A654-135F321F299E}" type="presParOf" srcId="{1659D4A4-76E8-4B95-B51B-765D9937BE20}" destId="{832B0132-DEF7-4E04-A49E-1CF3A2A91640}" srcOrd="0" destOrd="0" presId="urn:microsoft.com/office/officeart/2018/2/layout/IconVerticalSolidList"/>
    <dgm:cxn modelId="{589C9DDA-EF61-426A-BEAB-DAF596E9D28D}" type="presParOf" srcId="{1659D4A4-76E8-4B95-B51B-765D9937BE20}" destId="{99A3C1F9-3707-4600-AA44-282F78BD097E}" srcOrd="1" destOrd="0" presId="urn:microsoft.com/office/officeart/2018/2/layout/IconVerticalSolidList"/>
    <dgm:cxn modelId="{7B4729C2-B2C0-4C2F-9BFA-C52E50639643}" type="presParOf" srcId="{1659D4A4-76E8-4B95-B51B-765D9937BE20}" destId="{7DD8E362-5AF6-4B95-BDE1-E158CDA84004}" srcOrd="2" destOrd="0" presId="urn:microsoft.com/office/officeart/2018/2/layout/IconVerticalSolidList"/>
    <dgm:cxn modelId="{C42CB496-1389-4D49-B3FB-72F016140FDC}" type="presParOf" srcId="{1659D4A4-76E8-4B95-B51B-765D9937BE20}" destId="{B6128931-57AD-4140-8F8E-CDCA0D2BED6B}" srcOrd="3" destOrd="0" presId="urn:microsoft.com/office/officeart/2018/2/layout/IconVerticalSolidList"/>
    <dgm:cxn modelId="{C84F7B0B-915E-47B0-B118-6F69C42E4374}" type="presParOf" srcId="{2AB8E838-C6DA-4A43-BABC-363806C591E5}" destId="{D34B0BCC-CBF9-440D-B5B8-B2C972AB4E26}" srcOrd="3" destOrd="0" presId="urn:microsoft.com/office/officeart/2018/2/layout/IconVerticalSolidList"/>
    <dgm:cxn modelId="{0DB28724-7DB6-4558-8FAC-5101A83F017D}" type="presParOf" srcId="{2AB8E838-C6DA-4A43-BABC-363806C591E5}" destId="{01D9D3EF-4604-4EB4-B1CA-4B05B8B042C8}" srcOrd="4" destOrd="0" presId="urn:microsoft.com/office/officeart/2018/2/layout/IconVerticalSolidList"/>
    <dgm:cxn modelId="{CCEAC0B3-13E7-411D-A3C5-2E9C1183E00C}" type="presParOf" srcId="{01D9D3EF-4604-4EB4-B1CA-4B05B8B042C8}" destId="{263EC81A-B4CE-465D-AAFD-92B3BD78D0D0}" srcOrd="0" destOrd="0" presId="urn:microsoft.com/office/officeart/2018/2/layout/IconVerticalSolidList"/>
    <dgm:cxn modelId="{CC2FA550-2634-425A-9AFE-30B0AD919E04}" type="presParOf" srcId="{01D9D3EF-4604-4EB4-B1CA-4B05B8B042C8}" destId="{4DB8209C-1B61-461F-9DC6-8E7F42AC8380}" srcOrd="1" destOrd="0" presId="urn:microsoft.com/office/officeart/2018/2/layout/IconVerticalSolidList"/>
    <dgm:cxn modelId="{4531C714-9004-46A7-9FD7-0F20ECEA5762}" type="presParOf" srcId="{01D9D3EF-4604-4EB4-B1CA-4B05B8B042C8}" destId="{F1A3424F-E871-4100-A500-B0A842B71BDE}" srcOrd="2" destOrd="0" presId="urn:microsoft.com/office/officeart/2018/2/layout/IconVerticalSolidList"/>
    <dgm:cxn modelId="{FE9B860D-18BD-4140-B077-3B27137AB165}" type="presParOf" srcId="{01D9D3EF-4604-4EB4-B1CA-4B05B8B042C8}" destId="{03728DBF-2E39-463E-BC63-57617805A92E}" srcOrd="3" destOrd="0" presId="urn:microsoft.com/office/officeart/2018/2/layout/IconVerticalSolidList"/>
    <dgm:cxn modelId="{E5C6C2ED-5008-4821-A2E0-0497732A6A3E}" type="presParOf" srcId="{2AB8E838-C6DA-4A43-BABC-363806C591E5}" destId="{29DBE954-E38C-48EC-9CD1-DEBC8C894A24}" srcOrd="5" destOrd="0" presId="urn:microsoft.com/office/officeart/2018/2/layout/IconVerticalSolidList"/>
    <dgm:cxn modelId="{E2F1FB66-8CB9-4D83-8153-DA2E3E0F60D8}" type="presParOf" srcId="{2AB8E838-C6DA-4A43-BABC-363806C591E5}" destId="{989AB487-9FB5-4BAB-8307-0F005E7457A6}" srcOrd="6" destOrd="0" presId="urn:microsoft.com/office/officeart/2018/2/layout/IconVerticalSolidList"/>
    <dgm:cxn modelId="{50224FAA-C2B3-4B84-AB65-F171D8881D94}" type="presParOf" srcId="{989AB487-9FB5-4BAB-8307-0F005E7457A6}" destId="{10529607-5BB6-4105-B6B3-F58F94D9E88B}" srcOrd="0" destOrd="0" presId="urn:microsoft.com/office/officeart/2018/2/layout/IconVerticalSolidList"/>
    <dgm:cxn modelId="{0B372BA5-57FF-4829-8BEE-3EFB33E49D49}" type="presParOf" srcId="{989AB487-9FB5-4BAB-8307-0F005E7457A6}" destId="{4BCF3CCE-0001-4EA5-ACE6-BB2AF5588DD2}" srcOrd="1" destOrd="0" presId="urn:microsoft.com/office/officeart/2018/2/layout/IconVerticalSolidList"/>
    <dgm:cxn modelId="{F49F2660-25F4-4B80-A29F-1689EA17AD0D}" type="presParOf" srcId="{989AB487-9FB5-4BAB-8307-0F005E7457A6}" destId="{9B29C880-49AE-413D-9B3B-E2D3B3D06F72}" srcOrd="2" destOrd="0" presId="urn:microsoft.com/office/officeart/2018/2/layout/IconVerticalSolidList"/>
    <dgm:cxn modelId="{D2B4740E-12F5-4E3F-97E8-450123233992}" type="presParOf" srcId="{989AB487-9FB5-4BAB-8307-0F005E7457A6}" destId="{A472ED27-B75D-449C-A7F4-D3E900667DAD}" srcOrd="3" destOrd="0" presId="urn:microsoft.com/office/officeart/2018/2/layout/IconVerticalSolidList"/>
    <dgm:cxn modelId="{4F2BB565-44B6-4E92-8262-7F5080F60E40}" type="presParOf" srcId="{2AB8E838-C6DA-4A43-BABC-363806C591E5}" destId="{FA2E7458-7E5B-4AAF-A702-8A17E268ED93}" srcOrd="7" destOrd="0" presId="urn:microsoft.com/office/officeart/2018/2/layout/IconVerticalSolidList"/>
    <dgm:cxn modelId="{6AEB8F52-4FB6-42B5-B392-75FCDE402D14}" type="presParOf" srcId="{2AB8E838-C6DA-4A43-BABC-363806C591E5}" destId="{7F90F196-5E26-4710-9951-86F3F7523773}" srcOrd="8" destOrd="0" presId="urn:microsoft.com/office/officeart/2018/2/layout/IconVerticalSolidList"/>
    <dgm:cxn modelId="{D4CFB98A-8543-4ED9-A21E-4BCE6D39FB52}" type="presParOf" srcId="{7F90F196-5E26-4710-9951-86F3F7523773}" destId="{6037B72E-A805-42C7-96E6-ACE185E839BA}" srcOrd="0" destOrd="0" presId="urn:microsoft.com/office/officeart/2018/2/layout/IconVerticalSolidList"/>
    <dgm:cxn modelId="{B7FA0D0F-F82E-4B40-8B71-86BBB09D2408}" type="presParOf" srcId="{7F90F196-5E26-4710-9951-86F3F7523773}" destId="{B2602788-26BA-46DF-BF7F-AB5F5F268A84}" srcOrd="1" destOrd="0" presId="urn:microsoft.com/office/officeart/2018/2/layout/IconVerticalSolidList"/>
    <dgm:cxn modelId="{5DFE37F2-6006-4CFF-84E2-05F67BD88D49}" type="presParOf" srcId="{7F90F196-5E26-4710-9951-86F3F7523773}" destId="{3A9A36EB-7CF1-4A49-BDB3-75F7495C463F}" srcOrd="2" destOrd="0" presId="urn:microsoft.com/office/officeart/2018/2/layout/IconVerticalSolidList"/>
    <dgm:cxn modelId="{0ACAD7F3-DCE2-4368-8C73-66673BABA703}" type="presParOf" srcId="{7F90F196-5E26-4710-9951-86F3F7523773}" destId="{AA131293-05F3-400A-AA37-5774C3DF7BD9}" srcOrd="3" destOrd="0" presId="urn:microsoft.com/office/officeart/2018/2/layout/IconVerticalSolidList"/>
    <dgm:cxn modelId="{B22D197D-D8A6-44FF-8A85-4FBF02E7E851}" type="presParOf" srcId="{2AB8E838-C6DA-4A43-BABC-363806C591E5}" destId="{329DB548-F112-4395-AC89-2C52C09170BD}" srcOrd="9" destOrd="0" presId="urn:microsoft.com/office/officeart/2018/2/layout/IconVerticalSolidList"/>
    <dgm:cxn modelId="{BD856060-3A4F-4F75-8E9E-16F81724CACE}" type="presParOf" srcId="{2AB8E838-C6DA-4A43-BABC-363806C591E5}" destId="{F9987E38-7C62-4BB7-980C-C03B196A47C3}" srcOrd="10" destOrd="0" presId="urn:microsoft.com/office/officeart/2018/2/layout/IconVerticalSolidList"/>
    <dgm:cxn modelId="{AF8D9587-9DDA-49F9-9F36-C8792BFAD3B7}" type="presParOf" srcId="{F9987E38-7C62-4BB7-980C-C03B196A47C3}" destId="{D00B0DC0-C512-4685-820D-3C72AAC39095}" srcOrd="0" destOrd="0" presId="urn:microsoft.com/office/officeart/2018/2/layout/IconVerticalSolidList"/>
    <dgm:cxn modelId="{D8BBBC13-F8C0-4F46-8F64-37DA0499491B}" type="presParOf" srcId="{F9987E38-7C62-4BB7-980C-C03B196A47C3}" destId="{8E20AA61-13E3-448E-A22E-418FDA0114B5}" srcOrd="1" destOrd="0" presId="urn:microsoft.com/office/officeart/2018/2/layout/IconVerticalSolidList"/>
    <dgm:cxn modelId="{9DAFDF92-4DFE-4D32-B1F1-23BDE7E209C7}" type="presParOf" srcId="{F9987E38-7C62-4BB7-980C-C03B196A47C3}" destId="{C447D788-A330-4CF2-B0D0-C7EF5E5A8369}" srcOrd="2" destOrd="0" presId="urn:microsoft.com/office/officeart/2018/2/layout/IconVerticalSolidList"/>
    <dgm:cxn modelId="{32D6EAC6-6F4E-43D5-B391-1BEF61F81460}" type="presParOf" srcId="{F9987E38-7C62-4BB7-980C-C03B196A47C3}" destId="{7A2EEE3F-1E59-452F-BB91-92E703CBDA2D}" srcOrd="3" destOrd="0" presId="urn:microsoft.com/office/officeart/2018/2/layout/IconVerticalSolidList"/>
    <dgm:cxn modelId="{315DE54B-FCC6-4391-AC9E-E06C1FD874C7}" type="presParOf" srcId="{2AB8E838-C6DA-4A43-BABC-363806C591E5}" destId="{008E6906-7960-4707-88E3-37A3F40E4213}" srcOrd="11" destOrd="0" presId="urn:microsoft.com/office/officeart/2018/2/layout/IconVerticalSolidList"/>
    <dgm:cxn modelId="{CCEC122C-FF67-4606-B726-46774E1D614A}" type="presParOf" srcId="{2AB8E838-C6DA-4A43-BABC-363806C591E5}" destId="{73DAF397-65AC-4648-B216-4EEC5A3F8601}" srcOrd="12" destOrd="0" presId="urn:microsoft.com/office/officeart/2018/2/layout/IconVerticalSolidList"/>
    <dgm:cxn modelId="{33C47274-0259-48E0-AF9D-AEE654400B28}" type="presParOf" srcId="{73DAF397-65AC-4648-B216-4EEC5A3F8601}" destId="{3642E9D2-31ED-4F36-859C-F71CA2885A82}" srcOrd="0" destOrd="0" presId="urn:microsoft.com/office/officeart/2018/2/layout/IconVerticalSolidList"/>
    <dgm:cxn modelId="{ABD30956-CE19-449A-81A1-F6663FDBF3F6}" type="presParOf" srcId="{73DAF397-65AC-4648-B216-4EEC5A3F8601}" destId="{1543D673-C2E6-41AB-A06C-ED01C8AF9C54}" srcOrd="1" destOrd="0" presId="urn:microsoft.com/office/officeart/2018/2/layout/IconVerticalSolidList"/>
    <dgm:cxn modelId="{89845367-4919-4D08-A1B3-D83740933035}" type="presParOf" srcId="{73DAF397-65AC-4648-B216-4EEC5A3F8601}" destId="{936EAD94-3AAD-46BD-A103-780D096142D7}" srcOrd="2" destOrd="0" presId="urn:microsoft.com/office/officeart/2018/2/layout/IconVerticalSolidList"/>
    <dgm:cxn modelId="{8081C081-E5F8-4D5B-9619-25E67EBD1427}" type="presParOf" srcId="{73DAF397-65AC-4648-B216-4EEC5A3F8601}" destId="{D9533DA9-2C9C-433B-877A-33D79C676807}" srcOrd="3" destOrd="0" presId="urn:microsoft.com/office/officeart/2018/2/layout/IconVerticalSolidList"/>
    <dgm:cxn modelId="{F2FE431E-79C1-4138-9DE3-1A67D5B776F6}" type="presParOf" srcId="{2AB8E838-C6DA-4A43-BABC-363806C591E5}" destId="{F7E019EE-FF62-41AC-B9BF-2F5CD256F100}" srcOrd="13" destOrd="0" presId="urn:microsoft.com/office/officeart/2018/2/layout/IconVerticalSolidList"/>
    <dgm:cxn modelId="{4CFC9D0C-F35C-49BA-8934-78A5EB4C7F2B}" type="presParOf" srcId="{2AB8E838-C6DA-4A43-BABC-363806C591E5}" destId="{C4CD1B15-BBA5-46CF-8E0B-3CA8B972B2D3}" srcOrd="14" destOrd="0" presId="urn:microsoft.com/office/officeart/2018/2/layout/IconVerticalSolidList"/>
    <dgm:cxn modelId="{07EBE6E5-E6B9-48A2-AE9E-9D2B5B1E3AC3}" type="presParOf" srcId="{C4CD1B15-BBA5-46CF-8E0B-3CA8B972B2D3}" destId="{2F81F10F-93B7-462D-93F9-9EF1BB9DEC22}" srcOrd="0" destOrd="0" presId="urn:microsoft.com/office/officeart/2018/2/layout/IconVerticalSolidList"/>
    <dgm:cxn modelId="{9A929B9B-AD88-4CE0-BF7F-BCC64823CD79}" type="presParOf" srcId="{C4CD1B15-BBA5-46CF-8E0B-3CA8B972B2D3}" destId="{087B97D0-A06A-49EF-9CEE-3819E3EC6F8F}" srcOrd="1" destOrd="0" presId="urn:microsoft.com/office/officeart/2018/2/layout/IconVerticalSolidList"/>
    <dgm:cxn modelId="{7907DBA5-879C-4D9F-9864-DC4771B4D0FC}" type="presParOf" srcId="{C4CD1B15-BBA5-46CF-8E0B-3CA8B972B2D3}" destId="{4D5E6D5A-25B7-4A13-8005-29403B863894}" srcOrd="2" destOrd="0" presId="urn:microsoft.com/office/officeart/2018/2/layout/IconVerticalSolidList"/>
    <dgm:cxn modelId="{5CCCDCFE-FFC2-4FBB-8B99-84FF7A309220}" type="presParOf" srcId="{C4CD1B15-BBA5-46CF-8E0B-3CA8B972B2D3}" destId="{89CEB1CD-670F-49E2-B265-FC83EAC1C23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730771-4088-41E1-8753-64A27AC8ECD8}">
      <dsp:nvSpPr>
        <dsp:cNvPr id="0" name=""/>
        <dsp:cNvSpPr/>
      </dsp:nvSpPr>
      <dsp:spPr>
        <a:xfrm>
          <a:off x="0" y="1409"/>
          <a:ext cx="10515600" cy="600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F09944-56DC-45F4-BB25-47375D7B6CCB}">
      <dsp:nvSpPr>
        <dsp:cNvPr id="0" name=""/>
        <dsp:cNvSpPr/>
      </dsp:nvSpPr>
      <dsp:spPr>
        <a:xfrm>
          <a:off x="181696" y="136555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D3CCDC-3DD9-4657-B1A6-40189E5E6860}">
      <dsp:nvSpPr>
        <dsp:cNvPr id="0" name=""/>
        <dsp:cNvSpPr/>
      </dsp:nvSpPr>
      <dsp:spPr>
        <a:xfrm>
          <a:off x="693749" y="1409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Rapid growth of Electric Vehicles increases need for intelligent monitoring systems. </a:t>
          </a:r>
          <a:endParaRPr lang="en-US" sz="1900" kern="1200"/>
        </a:p>
      </dsp:txBody>
      <dsp:txXfrm>
        <a:off x="693749" y="1409"/>
        <a:ext cx="9821850" cy="600648"/>
      </dsp:txXfrm>
    </dsp:sp>
    <dsp:sp modelId="{0D35D015-64E7-4077-BD3F-B3DB7EF4B90A}">
      <dsp:nvSpPr>
        <dsp:cNvPr id="0" name=""/>
        <dsp:cNvSpPr/>
      </dsp:nvSpPr>
      <dsp:spPr>
        <a:xfrm>
          <a:off x="0" y="752220"/>
          <a:ext cx="10515600" cy="6006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F8A260-EECB-4F90-863D-BB437201D5CF}">
      <dsp:nvSpPr>
        <dsp:cNvPr id="0" name=""/>
        <dsp:cNvSpPr/>
      </dsp:nvSpPr>
      <dsp:spPr>
        <a:xfrm>
          <a:off x="181696" y="887366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E88013-CDE6-4536-B5B5-58FA6C8E03B0}">
      <dsp:nvSpPr>
        <dsp:cNvPr id="0" name=""/>
        <dsp:cNvSpPr/>
      </dsp:nvSpPr>
      <dsp:spPr>
        <a:xfrm>
          <a:off x="693749" y="752220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EV owners face uncertainty in mileage, battery condition, and maintenance scheduling. </a:t>
          </a:r>
          <a:endParaRPr lang="en-US" sz="1900" kern="1200"/>
        </a:p>
      </dsp:txBody>
      <dsp:txXfrm>
        <a:off x="693749" y="752220"/>
        <a:ext cx="9821850" cy="600648"/>
      </dsp:txXfrm>
    </dsp:sp>
    <dsp:sp modelId="{3A952303-8635-4A79-82D7-3BE0FF42BBFD}">
      <dsp:nvSpPr>
        <dsp:cNvPr id="0" name=""/>
        <dsp:cNvSpPr/>
      </dsp:nvSpPr>
      <dsp:spPr>
        <a:xfrm>
          <a:off x="0" y="1503031"/>
          <a:ext cx="10515600" cy="6006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7F0E72-E43E-47CE-A2BD-01500A146F21}">
      <dsp:nvSpPr>
        <dsp:cNvPr id="0" name=""/>
        <dsp:cNvSpPr/>
      </dsp:nvSpPr>
      <dsp:spPr>
        <a:xfrm>
          <a:off x="181696" y="1638177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C0F444-E4CB-45AA-A70E-5E9F84994BB5}">
      <dsp:nvSpPr>
        <dsp:cNvPr id="0" name=""/>
        <dsp:cNvSpPr/>
      </dsp:nvSpPr>
      <dsp:spPr>
        <a:xfrm>
          <a:off x="693749" y="1503031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Centralized machine learning requires sharing raw charging data, causing privacy concerns. </a:t>
          </a:r>
          <a:endParaRPr lang="en-US" sz="1900" kern="1200"/>
        </a:p>
      </dsp:txBody>
      <dsp:txXfrm>
        <a:off x="693749" y="1503031"/>
        <a:ext cx="9821850" cy="600648"/>
      </dsp:txXfrm>
    </dsp:sp>
    <dsp:sp modelId="{A300DEAC-44B6-4564-856D-6886FEA6F8BC}">
      <dsp:nvSpPr>
        <dsp:cNvPr id="0" name=""/>
        <dsp:cNvSpPr/>
      </dsp:nvSpPr>
      <dsp:spPr>
        <a:xfrm>
          <a:off x="0" y="2253843"/>
          <a:ext cx="10515600" cy="6006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F31F87-D54C-4BB5-858E-EF97882C6119}">
      <dsp:nvSpPr>
        <dsp:cNvPr id="0" name=""/>
        <dsp:cNvSpPr/>
      </dsp:nvSpPr>
      <dsp:spPr>
        <a:xfrm>
          <a:off x="181696" y="2388989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7C190C-79AB-4583-B4FE-4897F0E90D2A}">
      <dsp:nvSpPr>
        <dsp:cNvPr id="0" name=""/>
        <dsp:cNvSpPr/>
      </dsp:nvSpPr>
      <dsp:spPr>
        <a:xfrm>
          <a:off x="693749" y="2253843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Vehicle charging behavior differs across users and vehicle models. </a:t>
          </a:r>
          <a:endParaRPr lang="en-US" sz="1900" kern="1200"/>
        </a:p>
      </dsp:txBody>
      <dsp:txXfrm>
        <a:off x="693749" y="2253843"/>
        <a:ext cx="9821850" cy="600648"/>
      </dsp:txXfrm>
    </dsp:sp>
    <dsp:sp modelId="{9A6AB98A-F132-445F-B12C-4B1A2E92029E}">
      <dsp:nvSpPr>
        <dsp:cNvPr id="0" name=""/>
        <dsp:cNvSpPr/>
      </dsp:nvSpPr>
      <dsp:spPr>
        <a:xfrm>
          <a:off x="0" y="3004654"/>
          <a:ext cx="10515600" cy="60064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F4149F-39FD-4B0E-8587-F9FB45B576FC}">
      <dsp:nvSpPr>
        <dsp:cNvPr id="0" name=""/>
        <dsp:cNvSpPr/>
      </dsp:nvSpPr>
      <dsp:spPr>
        <a:xfrm>
          <a:off x="181696" y="3139800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CABFD-6D94-4F29-BA31-03A1D202745D}">
      <dsp:nvSpPr>
        <dsp:cNvPr id="0" name=""/>
        <dsp:cNvSpPr/>
      </dsp:nvSpPr>
      <dsp:spPr>
        <a:xfrm>
          <a:off x="693749" y="3004654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Federated Learning enables collaborative learning while preserving customer privacy. </a:t>
          </a:r>
          <a:endParaRPr lang="en-US" sz="1900" kern="1200"/>
        </a:p>
      </dsp:txBody>
      <dsp:txXfrm>
        <a:off x="693749" y="3004654"/>
        <a:ext cx="9821850" cy="600648"/>
      </dsp:txXfrm>
    </dsp:sp>
    <dsp:sp modelId="{BC38E0A1-DF20-4493-9F31-DEBB05018480}">
      <dsp:nvSpPr>
        <dsp:cNvPr id="0" name=""/>
        <dsp:cNvSpPr/>
      </dsp:nvSpPr>
      <dsp:spPr>
        <a:xfrm>
          <a:off x="0" y="3755465"/>
          <a:ext cx="10515600" cy="600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1DE0F2-E616-4F62-BD52-A63A4E530CD8}">
      <dsp:nvSpPr>
        <dsp:cNvPr id="0" name=""/>
        <dsp:cNvSpPr/>
      </dsp:nvSpPr>
      <dsp:spPr>
        <a:xfrm>
          <a:off x="181696" y="3890611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558B43-D858-48B5-9B98-4656A2589D34}">
      <dsp:nvSpPr>
        <dsp:cNvPr id="0" name=""/>
        <dsp:cNvSpPr/>
      </dsp:nvSpPr>
      <dsp:spPr>
        <a:xfrm>
          <a:off x="693749" y="3755465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The project aims to provide personalized EV analytics without exposing raw vehicle data. </a:t>
          </a:r>
          <a:endParaRPr lang="en-US" sz="1900" kern="1200"/>
        </a:p>
      </dsp:txBody>
      <dsp:txXfrm>
        <a:off x="693749" y="3755465"/>
        <a:ext cx="9821850" cy="6006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C1F5A3-CCBD-467A-9E46-4F4BA2CA7329}">
      <dsp:nvSpPr>
        <dsp:cNvPr id="0" name=""/>
        <dsp:cNvSpPr/>
      </dsp:nvSpPr>
      <dsp:spPr>
        <a:xfrm>
          <a:off x="0" y="471"/>
          <a:ext cx="6364224" cy="6485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0A1F7B-3F05-4DD2-9684-03F046F135D3}">
      <dsp:nvSpPr>
        <dsp:cNvPr id="0" name=""/>
        <dsp:cNvSpPr/>
      </dsp:nvSpPr>
      <dsp:spPr>
        <a:xfrm>
          <a:off x="196194" y="146400"/>
          <a:ext cx="356716" cy="3567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C56F2F-77D4-4BAF-94B5-D0D5451155C0}">
      <dsp:nvSpPr>
        <dsp:cNvPr id="0" name=""/>
        <dsp:cNvSpPr/>
      </dsp:nvSpPr>
      <dsp:spPr>
        <a:xfrm>
          <a:off x="749104" y="471"/>
          <a:ext cx="5615119" cy="648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41" tIns="68641" rIns="68641" bIns="6864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Each vehicle model is treated as one federated client. </a:t>
          </a:r>
          <a:endParaRPr lang="en-US" sz="1600" kern="1200"/>
        </a:p>
      </dsp:txBody>
      <dsp:txXfrm>
        <a:off x="749104" y="471"/>
        <a:ext cx="5615119" cy="648575"/>
      </dsp:txXfrm>
    </dsp:sp>
    <dsp:sp modelId="{4D9E7B9D-F112-4E11-87C3-F0C3DEDFAF77}">
      <dsp:nvSpPr>
        <dsp:cNvPr id="0" name=""/>
        <dsp:cNvSpPr/>
      </dsp:nvSpPr>
      <dsp:spPr>
        <a:xfrm>
          <a:off x="0" y="811190"/>
          <a:ext cx="6364224" cy="64857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F15596-54EB-4127-86D3-7A7D2DA37364}">
      <dsp:nvSpPr>
        <dsp:cNvPr id="0" name=""/>
        <dsp:cNvSpPr/>
      </dsp:nvSpPr>
      <dsp:spPr>
        <a:xfrm>
          <a:off x="196194" y="957119"/>
          <a:ext cx="356716" cy="3567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193776-DC65-4496-AC3A-AE330EAC46BA}">
      <dsp:nvSpPr>
        <dsp:cNvPr id="0" name=""/>
        <dsp:cNvSpPr/>
      </dsp:nvSpPr>
      <dsp:spPr>
        <a:xfrm>
          <a:off x="749104" y="811190"/>
          <a:ext cx="5615119" cy="648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41" tIns="68641" rIns="68641" bIns="6864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Every client trains a local machine learning model independently. </a:t>
          </a:r>
          <a:endParaRPr lang="en-US" sz="1600" kern="1200"/>
        </a:p>
      </dsp:txBody>
      <dsp:txXfrm>
        <a:off x="749104" y="811190"/>
        <a:ext cx="5615119" cy="648575"/>
      </dsp:txXfrm>
    </dsp:sp>
    <dsp:sp modelId="{6DE812F6-6D4B-46FD-BFBD-E7830FEA4A1F}">
      <dsp:nvSpPr>
        <dsp:cNvPr id="0" name=""/>
        <dsp:cNvSpPr/>
      </dsp:nvSpPr>
      <dsp:spPr>
        <a:xfrm>
          <a:off x="0" y="1621909"/>
          <a:ext cx="6364224" cy="64857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816D5-B47C-44C1-AA04-A0C95084D89B}">
      <dsp:nvSpPr>
        <dsp:cNvPr id="0" name=""/>
        <dsp:cNvSpPr/>
      </dsp:nvSpPr>
      <dsp:spPr>
        <a:xfrm>
          <a:off x="196194" y="1767838"/>
          <a:ext cx="356716" cy="3567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CB2C39-781C-4AA5-AA87-A34A7C58E787}">
      <dsp:nvSpPr>
        <dsp:cNvPr id="0" name=""/>
        <dsp:cNvSpPr/>
      </dsp:nvSpPr>
      <dsp:spPr>
        <a:xfrm>
          <a:off x="749104" y="1621909"/>
          <a:ext cx="5615119" cy="648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41" tIns="68641" rIns="68641" bIns="6864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A showroom acts as the global federated server. </a:t>
          </a:r>
          <a:endParaRPr lang="en-US" sz="1600" kern="1200"/>
        </a:p>
      </dsp:txBody>
      <dsp:txXfrm>
        <a:off x="749104" y="1621909"/>
        <a:ext cx="5615119" cy="648575"/>
      </dsp:txXfrm>
    </dsp:sp>
    <dsp:sp modelId="{B4B5B479-12E9-4152-AD4E-F9171A9035DC}">
      <dsp:nvSpPr>
        <dsp:cNvPr id="0" name=""/>
        <dsp:cNvSpPr/>
      </dsp:nvSpPr>
      <dsp:spPr>
        <a:xfrm>
          <a:off x="0" y="2432628"/>
          <a:ext cx="6364224" cy="64857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74E019-B948-4AF5-BC33-0B26CF50067E}">
      <dsp:nvSpPr>
        <dsp:cNvPr id="0" name=""/>
        <dsp:cNvSpPr/>
      </dsp:nvSpPr>
      <dsp:spPr>
        <a:xfrm>
          <a:off x="196194" y="2578557"/>
          <a:ext cx="356716" cy="3567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0BFB24-F989-4745-AC64-A7E026538309}">
      <dsp:nvSpPr>
        <dsp:cNvPr id="0" name=""/>
        <dsp:cNvSpPr/>
      </dsp:nvSpPr>
      <dsp:spPr>
        <a:xfrm>
          <a:off x="749104" y="2432628"/>
          <a:ext cx="5615119" cy="648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41" tIns="68641" rIns="68641" bIns="6864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Clients send only summarized insights instead of raw charging data. </a:t>
          </a:r>
          <a:endParaRPr lang="en-US" sz="1600" kern="1200"/>
        </a:p>
      </dsp:txBody>
      <dsp:txXfrm>
        <a:off x="749104" y="2432628"/>
        <a:ext cx="5615119" cy="648575"/>
      </dsp:txXfrm>
    </dsp:sp>
    <dsp:sp modelId="{7FAFB828-4CEC-4F71-8BE8-2844AA709EC4}">
      <dsp:nvSpPr>
        <dsp:cNvPr id="0" name=""/>
        <dsp:cNvSpPr/>
      </dsp:nvSpPr>
      <dsp:spPr>
        <a:xfrm>
          <a:off x="0" y="3243347"/>
          <a:ext cx="6364224" cy="64857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C3DBD7-A5FE-4CE1-AE56-15A3985873AE}">
      <dsp:nvSpPr>
        <dsp:cNvPr id="0" name=""/>
        <dsp:cNvSpPr/>
      </dsp:nvSpPr>
      <dsp:spPr>
        <a:xfrm>
          <a:off x="196194" y="3389276"/>
          <a:ext cx="356716" cy="3567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163D32-1607-4E1F-A2AD-E1AD4DBEE341}">
      <dsp:nvSpPr>
        <dsp:cNvPr id="0" name=""/>
        <dsp:cNvSpPr/>
      </dsp:nvSpPr>
      <dsp:spPr>
        <a:xfrm>
          <a:off x="749104" y="3243347"/>
          <a:ext cx="5615119" cy="648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41" tIns="68641" rIns="68641" bIns="6864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The showroom aggregates updates from all clients to generate global knowledge. </a:t>
          </a:r>
          <a:endParaRPr lang="en-US" sz="1600" kern="1200"/>
        </a:p>
      </dsp:txBody>
      <dsp:txXfrm>
        <a:off x="749104" y="3243347"/>
        <a:ext cx="5615119" cy="648575"/>
      </dsp:txXfrm>
    </dsp:sp>
    <dsp:sp modelId="{AD59A658-3603-477C-A9DD-C23B0D30F33E}">
      <dsp:nvSpPr>
        <dsp:cNvPr id="0" name=""/>
        <dsp:cNvSpPr/>
      </dsp:nvSpPr>
      <dsp:spPr>
        <a:xfrm>
          <a:off x="0" y="4054066"/>
          <a:ext cx="6364224" cy="6485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547FBC-69FB-422D-ACD7-2554B2C5DD45}">
      <dsp:nvSpPr>
        <dsp:cNvPr id="0" name=""/>
        <dsp:cNvSpPr/>
      </dsp:nvSpPr>
      <dsp:spPr>
        <a:xfrm>
          <a:off x="196194" y="4199995"/>
          <a:ext cx="356716" cy="3567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D6637-6FFA-4618-B249-CD2656A0D780}">
      <dsp:nvSpPr>
        <dsp:cNvPr id="0" name=""/>
        <dsp:cNvSpPr/>
      </dsp:nvSpPr>
      <dsp:spPr>
        <a:xfrm>
          <a:off x="749104" y="4054066"/>
          <a:ext cx="5615119" cy="648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41" tIns="68641" rIns="68641" bIns="6864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Global insights are redistributed back to clients for personalized prediction. </a:t>
          </a:r>
          <a:endParaRPr lang="en-US" sz="1600" kern="1200"/>
        </a:p>
      </dsp:txBody>
      <dsp:txXfrm>
        <a:off x="749104" y="4054066"/>
        <a:ext cx="5615119" cy="648575"/>
      </dsp:txXfrm>
    </dsp:sp>
    <dsp:sp modelId="{3375A01B-7E1D-482C-9B94-F0B15516C97A}">
      <dsp:nvSpPr>
        <dsp:cNvPr id="0" name=""/>
        <dsp:cNvSpPr/>
      </dsp:nvSpPr>
      <dsp:spPr>
        <a:xfrm>
          <a:off x="0" y="4864785"/>
          <a:ext cx="6364224" cy="64857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C307F0-4153-4C8B-AA4F-C7AC1B6F217E}">
      <dsp:nvSpPr>
        <dsp:cNvPr id="0" name=""/>
        <dsp:cNvSpPr/>
      </dsp:nvSpPr>
      <dsp:spPr>
        <a:xfrm>
          <a:off x="196194" y="5010715"/>
          <a:ext cx="356716" cy="3567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C3C705-8273-4D3F-940F-87E2ECAE1E49}">
      <dsp:nvSpPr>
        <dsp:cNvPr id="0" name=""/>
        <dsp:cNvSpPr/>
      </dsp:nvSpPr>
      <dsp:spPr>
        <a:xfrm>
          <a:off x="749104" y="4864785"/>
          <a:ext cx="5615119" cy="648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41" tIns="68641" rIns="68641" bIns="6864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The system predicts mileage, battery health, degradation, and service notifications. </a:t>
          </a:r>
          <a:endParaRPr lang="en-US" sz="1600" kern="1200"/>
        </a:p>
      </dsp:txBody>
      <dsp:txXfrm>
        <a:off x="749104" y="4864785"/>
        <a:ext cx="5615119" cy="6485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E58276-007D-41A2-BDC0-87FD425A2074}">
      <dsp:nvSpPr>
        <dsp:cNvPr id="0" name=""/>
        <dsp:cNvSpPr/>
      </dsp:nvSpPr>
      <dsp:spPr>
        <a:xfrm>
          <a:off x="0" y="114185"/>
          <a:ext cx="6900512" cy="83422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EV Charging Patterns dataset is used for the project. </a:t>
          </a:r>
          <a:endParaRPr lang="en-US" sz="2100" kern="1200"/>
        </a:p>
      </dsp:txBody>
      <dsp:txXfrm>
        <a:off x="40724" y="154909"/>
        <a:ext cx="6819064" cy="752780"/>
      </dsp:txXfrm>
    </dsp:sp>
    <dsp:sp modelId="{0E409CB8-602A-4E9D-85C1-CDE7F6D8DCA7}">
      <dsp:nvSpPr>
        <dsp:cNvPr id="0" name=""/>
        <dsp:cNvSpPr/>
      </dsp:nvSpPr>
      <dsp:spPr>
        <a:xfrm>
          <a:off x="0" y="1008893"/>
          <a:ext cx="6900512" cy="834228"/>
        </a:xfrm>
        <a:prstGeom prst="roundRect">
          <a:avLst/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Dataset contains charging and operational information of Electric Vehicles. </a:t>
          </a:r>
          <a:endParaRPr lang="en-US" sz="2100" kern="1200"/>
        </a:p>
      </dsp:txBody>
      <dsp:txXfrm>
        <a:off x="40724" y="1049617"/>
        <a:ext cx="6819064" cy="752780"/>
      </dsp:txXfrm>
    </dsp:sp>
    <dsp:sp modelId="{5B4D1C35-9DD4-40A2-8628-074138970129}">
      <dsp:nvSpPr>
        <dsp:cNvPr id="0" name=""/>
        <dsp:cNvSpPr/>
      </dsp:nvSpPr>
      <dsp:spPr>
        <a:xfrm>
          <a:off x="0" y="1903602"/>
          <a:ext cx="6900512" cy="834228"/>
        </a:xfrm>
        <a:prstGeom prst="roundRect">
          <a:avLst/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Important features include: </a:t>
          </a:r>
          <a:endParaRPr lang="en-US" sz="2100" kern="1200"/>
        </a:p>
      </dsp:txBody>
      <dsp:txXfrm>
        <a:off x="40724" y="1944326"/>
        <a:ext cx="6819064" cy="752780"/>
      </dsp:txXfrm>
    </dsp:sp>
    <dsp:sp modelId="{900142AA-E144-4DB9-8DF3-9837ECFBD809}">
      <dsp:nvSpPr>
        <dsp:cNvPr id="0" name=""/>
        <dsp:cNvSpPr/>
      </dsp:nvSpPr>
      <dsp:spPr>
        <a:xfrm>
          <a:off x="0" y="2798310"/>
          <a:ext cx="6900512" cy="834228"/>
        </a:xfrm>
        <a:prstGeom prst="roundRect">
          <a:avLst/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Battery Capacity, Energy Consumed, Charging Duration, Charging Rate, Temperature, Distance Driven, Vehicle Age </a:t>
          </a:r>
          <a:endParaRPr lang="en-US" sz="2100" kern="1200"/>
        </a:p>
      </dsp:txBody>
      <dsp:txXfrm>
        <a:off x="40724" y="2839034"/>
        <a:ext cx="6819064" cy="752780"/>
      </dsp:txXfrm>
    </dsp:sp>
    <dsp:sp modelId="{6D8BB59C-5961-4829-B5AF-86FE3121D02E}">
      <dsp:nvSpPr>
        <dsp:cNvPr id="0" name=""/>
        <dsp:cNvSpPr/>
      </dsp:nvSpPr>
      <dsp:spPr>
        <a:xfrm>
          <a:off x="0" y="3693018"/>
          <a:ext cx="6900512" cy="834228"/>
        </a:xfrm>
        <a:prstGeom prst="roundRect">
          <a:avLst/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Dataset is divided into multiple clients based on vehicle models. </a:t>
          </a:r>
          <a:endParaRPr lang="en-US" sz="2100" kern="1200"/>
        </a:p>
      </dsp:txBody>
      <dsp:txXfrm>
        <a:off x="40724" y="3733742"/>
        <a:ext cx="6819064" cy="752780"/>
      </dsp:txXfrm>
    </dsp:sp>
    <dsp:sp modelId="{4E5D6E17-3E31-47B8-884F-5CAC939727C4}">
      <dsp:nvSpPr>
        <dsp:cNvPr id="0" name=""/>
        <dsp:cNvSpPr/>
      </dsp:nvSpPr>
      <dsp:spPr>
        <a:xfrm>
          <a:off x="0" y="4587727"/>
          <a:ext cx="6900512" cy="834228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Additional derived features are generated during preprocessing. </a:t>
          </a:r>
          <a:endParaRPr lang="en-US" sz="2100" kern="1200"/>
        </a:p>
      </dsp:txBody>
      <dsp:txXfrm>
        <a:off x="40724" y="4628451"/>
        <a:ext cx="6819064" cy="7527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1D866E-20AF-4A16-912C-2250A7137C0F}">
      <dsp:nvSpPr>
        <dsp:cNvPr id="0" name=""/>
        <dsp:cNvSpPr/>
      </dsp:nvSpPr>
      <dsp:spPr>
        <a:xfrm>
          <a:off x="0" y="531"/>
          <a:ext cx="10515600" cy="4463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A48521-E498-47DC-9A54-0537E790856E}">
      <dsp:nvSpPr>
        <dsp:cNvPr id="0" name=""/>
        <dsp:cNvSpPr/>
      </dsp:nvSpPr>
      <dsp:spPr>
        <a:xfrm>
          <a:off x="135007" y="100950"/>
          <a:ext cx="245468" cy="2454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399069-66AE-4010-A9AA-4DD80D9A5916}">
      <dsp:nvSpPr>
        <dsp:cNvPr id="0" name=""/>
        <dsp:cNvSpPr/>
      </dsp:nvSpPr>
      <dsp:spPr>
        <a:xfrm>
          <a:off x="515483" y="531"/>
          <a:ext cx="10000116" cy="446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34" tIns="47234" rIns="47234" bIns="472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Federated Learning successfully preserved client privacy. </a:t>
          </a:r>
        </a:p>
      </dsp:txBody>
      <dsp:txXfrm>
        <a:off x="515483" y="531"/>
        <a:ext cx="10000116" cy="446305"/>
      </dsp:txXfrm>
    </dsp:sp>
    <dsp:sp modelId="{832B0132-DEF7-4E04-A49E-1CF3A2A91640}">
      <dsp:nvSpPr>
        <dsp:cNvPr id="0" name=""/>
        <dsp:cNvSpPr/>
      </dsp:nvSpPr>
      <dsp:spPr>
        <a:xfrm>
          <a:off x="0" y="558413"/>
          <a:ext cx="10515600" cy="44630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A3C1F9-3707-4600-AA44-282F78BD097E}">
      <dsp:nvSpPr>
        <dsp:cNvPr id="0" name=""/>
        <dsp:cNvSpPr/>
      </dsp:nvSpPr>
      <dsp:spPr>
        <a:xfrm>
          <a:off x="135007" y="658832"/>
          <a:ext cx="245468" cy="2454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128931-57AD-4140-8F8E-CDCA0D2BED6B}">
      <dsp:nvSpPr>
        <dsp:cNvPr id="0" name=""/>
        <dsp:cNvSpPr/>
      </dsp:nvSpPr>
      <dsp:spPr>
        <a:xfrm>
          <a:off x="515483" y="558413"/>
          <a:ext cx="10000116" cy="446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34" tIns="47234" rIns="47234" bIns="472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Local Random Forest models improved prediction accuracy. </a:t>
          </a:r>
        </a:p>
      </dsp:txBody>
      <dsp:txXfrm>
        <a:off x="515483" y="558413"/>
        <a:ext cx="10000116" cy="446305"/>
      </dsp:txXfrm>
    </dsp:sp>
    <dsp:sp modelId="{263EC81A-B4CE-465D-AAFD-92B3BD78D0D0}">
      <dsp:nvSpPr>
        <dsp:cNvPr id="0" name=""/>
        <dsp:cNvSpPr/>
      </dsp:nvSpPr>
      <dsp:spPr>
        <a:xfrm>
          <a:off x="0" y="1116295"/>
          <a:ext cx="10515600" cy="44630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B8209C-1B61-461F-9DC6-8E7F42AC8380}">
      <dsp:nvSpPr>
        <dsp:cNvPr id="0" name=""/>
        <dsp:cNvSpPr/>
      </dsp:nvSpPr>
      <dsp:spPr>
        <a:xfrm>
          <a:off x="135007" y="1216714"/>
          <a:ext cx="245468" cy="2454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728DBF-2E39-463E-BC63-57617805A92E}">
      <dsp:nvSpPr>
        <dsp:cNvPr id="0" name=""/>
        <dsp:cNvSpPr/>
      </dsp:nvSpPr>
      <dsp:spPr>
        <a:xfrm>
          <a:off x="515483" y="1116295"/>
          <a:ext cx="10000116" cy="446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34" tIns="47234" rIns="47234" bIns="472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 Light" panose="020F0302020204030204"/>
            </a:rPr>
            <a:t> Personalized</a:t>
          </a:r>
          <a:r>
            <a:rPr lang="en-US" sz="1600" kern="1200"/>
            <a:t> mileage predictions differed across vehicle models. </a:t>
          </a:r>
        </a:p>
      </dsp:txBody>
      <dsp:txXfrm>
        <a:off x="515483" y="1116295"/>
        <a:ext cx="10000116" cy="446305"/>
      </dsp:txXfrm>
    </dsp:sp>
    <dsp:sp modelId="{10529607-5BB6-4105-B6B3-F58F94D9E88B}">
      <dsp:nvSpPr>
        <dsp:cNvPr id="0" name=""/>
        <dsp:cNvSpPr/>
      </dsp:nvSpPr>
      <dsp:spPr>
        <a:xfrm>
          <a:off x="0" y="1674177"/>
          <a:ext cx="10515600" cy="44630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CF3CCE-0001-4EA5-ACE6-BB2AF5588DD2}">
      <dsp:nvSpPr>
        <dsp:cNvPr id="0" name=""/>
        <dsp:cNvSpPr/>
      </dsp:nvSpPr>
      <dsp:spPr>
        <a:xfrm>
          <a:off x="135007" y="1774596"/>
          <a:ext cx="245468" cy="2454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72ED27-B75D-449C-A7F4-D3E900667DAD}">
      <dsp:nvSpPr>
        <dsp:cNvPr id="0" name=""/>
        <dsp:cNvSpPr/>
      </dsp:nvSpPr>
      <dsp:spPr>
        <a:xfrm>
          <a:off x="515483" y="1674177"/>
          <a:ext cx="10000116" cy="446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34" tIns="47234" rIns="47234" bIns="47234" numCol="1" spcCol="1270" anchor="ctr" anchorCtr="0">
          <a:noAutofit/>
        </a:bodyPr>
        <a:lstStyle/>
        <a:p>
          <a:pPr marL="0" lvl="0" indent="0" algn="l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 Light" panose="020F0302020204030204"/>
            </a:rPr>
            <a:t>  Battery</a:t>
          </a:r>
          <a:r>
            <a:rPr lang="en-US" sz="1600" kern="1200"/>
            <a:t> health estimation reflected vehicle-specific conditions. </a:t>
          </a:r>
        </a:p>
      </dsp:txBody>
      <dsp:txXfrm>
        <a:off x="515483" y="1674177"/>
        <a:ext cx="10000116" cy="446305"/>
      </dsp:txXfrm>
    </dsp:sp>
    <dsp:sp modelId="{6037B72E-A805-42C7-96E6-ACE185E839BA}">
      <dsp:nvSpPr>
        <dsp:cNvPr id="0" name=""/>
        <dsp:cNvSpPr/>
      </dsp:nvSpPr>
      <dsp:spPr>
        <a:xfrm>
          <a:off x="0" y="2232060"/>
          <a:ext cx="10515600" cy="44630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602788-26BA-46DF-BF7F-AB5F5F268A84}">
      <dsp:nvSpPr>
        <dsp:cNvPr id="0" name=""/>
        <dsp:cNvSpPr/>
      </dsp:nvSpPr>
      <dsp:spPr>
        <a:xfrm>
          <a:off x="135007" y="2332479"/>
          <a:ext cx="245468" cy="2454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131293-05F3-400A-AA37-5774C3DF7BD9}">
      <dsp:nvSpPr>
        <dsp:cNvPr id="0" name=""/>
        <dsp:cNvSpPr/>
      </dsp:nvSpPr>
      <dsp:spPr>
        <a:xfrm>
          <a:off x="515483" y="2232060"/>
          <a:ext cx="10000116" cy="446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34" tIns="47234" rIns="47234" bIns="472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 Light" panose="020F0302020204030204"/>
            </a:rPr>
            <a:t>Non-linear</a:t>
          </a:r>
          <a:r>
            <a:rPr lang="en-US" sz="1600" kern="1200"/>
            <a:t> degradation curves showed realistic battery aging behavior. </a:t>
          </a:r>
        </a:p>
      </dsp:txBody>
      <dsp:txXfrm>
        <a:off x="515483" y="2232060"/>
        <a:ext cx="10000116" cy="446305"/>
      </dsp:txXfrm>
    </dsp:sp>
    <dsp:sp modelId="{D00B0DC0-C512-4685-820D-3C72AAC39095}">
      <dsp:nvSpPr>
        <dsp:cNvPr id="0" name=""/>
        <dsp:cNvSpPr/>
      </dsp:nvSpPr>
      <dsp:spPr>
        <a:xfrm>
          <a:off x="0" y="2789942"/>
          <a:ext cx="10515600" cy="4463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20AA61-13E3-448E-A22E-418FDA0114B5}">
      <dsp:nvSpPr>
        <dsp:cNvPr id="0" name=""/>
        <dsp:cNvSpPr/>
      </dsp:nvSpPr>
      <dsp:spPr>
        <a:xfrm>
          <a:off x="135007" y="2890361"/>
          <a:ext cx="245468" cy="2454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2EEE3F-1E59-452F-BB91-92E703CBDA2D}">
      <dsp:nvSpPr>
        <dsp:cNvPr id="0" name=""/>
        <dsp:cNvSpPr/>
      </dsp:nvSpPr>
      <dsp:spPr>
        <a:xfrm>
          <a:off x="515483" y="2789942"/>
          <a:ext cx="10000116" cy="446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34" tIns="47234" rIns="47234" bIns="472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Service notifications were generated for degraded vehicles. </a:t>
          </a:r>
        </a:p>
      </dsp:txBody>
      <dsp:txXfrm>
        <a:off x="515483" y="2789942"/>
        <a:ext cx="10000116" cy="446305"/>
      </dsp:txXfrm>
    </dsp:sp>
    <dsp:sp modelId="{3642E9D2-31ED-4F36-859C-F71CA2885A82}">
      <dsp:nvSpPr>
        <dsp:cNvPr id="0" name=""/>
        <dsp:cNvSpPr/>
      </dsp:nvSpPr>
      <dsp:spPr>
        <a:xfrm>
          <a:off x="0" y="3347824"/>
          <a:ext cx="10515600" cy="44630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43D673-C2E6-41AB-A06C-ED01C8AF9C54}">
      <dsp:nvSpPr>
        <dsp:cNvPr id="0" name=""/>
        <dsp:cNvSpPr/>
      </dsp:nvSpPr>
      <dsp:spPr>
        <a:xfrm>
          <a:off x="135007" y="3448243"/>
          <a:ext cx="245468" cy="2454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533DA9-2C9C-433B-877A-33D79C676807}">
      <dsp:nvSpPr>
        <dsp:cNvPr id="0" name=""/>
        <dsp:cNvSpPr/>
      </dsp:nvSpPr>
      <dsp:spPr>
        <a:xfrm>
          <a:off x="515483" y="3347824"/>
          <a:ext cx="10000116" cy="446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34" tIns="47234" rIns="47234" bIns="472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showroom server successfully aggregated global EV knowledge. </a:t>
          </a:r>
        </a:p>
      </dsp:txBody>
      <dsp:txXfrm>
        <a:off x="515483" y="3347824"/>
        <a:ext cx="10000116" cy="446305"/>
      </dsp:txXfrm>
    </dsp:sp>
    <dsp:sp modelId="{2F81F10F-93B7-462D-93F9-9EF1BB9DEC22}">
      <dsp:nvSpPr>
        <dsp:cNvPr id="0" name=""/>
        <dsp:cNvSpPr/>
      </dsp:nvSpPr>
      <dsp:spPr>
        <a:xfrm>
          <a:off x="0" y="3905706"/>
          <a:ext cx="10515600" cy="44630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7B97D0-A06A-49EF-9CEE-3819E3EC6F8F}">
      <dsp:nvSpPr>
        <dsp:cNvPr id="0" name=""/>
        <dsp:cNvSpPr/>
      </dsp:nvSpPr>
      <dsp:spPr>
        <a:xfrm>
          <a:off x="135007" y="4006125"/>
          <a:ext cx="245468" cy="2454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CEB1CD-670F-49E2-B265-FC83EAC1C23D}">
      <dsp:nvSpPr>
        <dsp:cNvPr id="0" name=""/>
        <dsp:cNvSpPr/>
      </dsp:nvSpPr>
      <dsp:spPr>
        <a:xfrm>
          <a:off x="515483" y="3905706"/>
          <a:ext cx="10000116" cy="446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34" tIns="47234" rIns="47234" bIns="472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framework demonstrated intelligent and scalable EV analytics.</a:t>
          </a:r>
        </a:p>
      </dsp:txBody>
      <dsp:txXfrm>
        <a:off x="515483" y="3905706"/>
        <a:ext cx="10000116" cy="4463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546D1-0032-460E-AC4B-B50797880642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0545A-F317-41C0-AC28-99A8CF215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609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0545A-F317-41C0-AC28-99A8CF215B43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946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3F0DB-F3AD-F1D3-39EF-FB19465F9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D7315-CD64-878C-948D-80700304C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30DE9-8562-FB0B-BED7-4AECB6FC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7FAEF-ADAF-9662-2B13-B50B5FA04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6B98E-DFE2-2211-98FE-B32105841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375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13A0E-0AE1-3502-8F86-9996C717C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C100C-1C5E-32AA-F33D-263D6633F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DA25C-7260-E5CD-9DCD-88A85A423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91381-1A47-6D63-C6A2-F0B3D4C3C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EFE35-D6A0-D0DA-BEFA-C7FC5A30C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7EFCC-CCAC-AC18-A067-018FF375A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BC956-1680-5BF1-8534-E6F94586D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C0711-47B8-882F-25E4-B2B7045B6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1A4BE-61A3-AF03-AB6D-5ED3FE3A4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381A-C156-5AF9-320E-0CBC00EA8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850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A36DE-1F24-EE45-EC32-B5697522F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F30B2-06FC-D69B-4F40-0CFFED3A60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BC090-1EE8-93B8-3330-AE5C5EF5B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5CA9A-C169-017E-77E0-97707651C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5EDF82-4F69-EE9C-0EA9-250BDF3A2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C96DA1-2894-5CFC-3D5D-2075AF5B8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705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E60C9-9D18-EB1C-5DED-E7DB5E127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00982-45DE-ADA5-D1ED-95AA4BCB8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A06F5C-B802-C60D-E522-A20769552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2218D8-7C70-4D2A-C531-CEB1BBCEBB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08E5EF-3DE5-8F12-593C-E080813A4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A5F388-764A-BAA5-5CC6-1DBFED529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7CF5BE-CFDB-F5C8-F5BF-8D9BC1947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2E3CFA-B8B9-3D37-CDB0-2BCE9C1F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004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0256E-3E19-3B02-AC63-34533D9B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71D587-49AE-93C4-C695-714973893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B30E1F-112E-5AC8-F3B5-226B5501B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033B2-D15E-1C2C-4FFC-94A53E233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90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096802-E322-CA98-9E36-FC1DF6AF5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24BD54-B1BA-2110-63EA-9B0DCC746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BCD4D-2C5C-AA2B-C8B7-6DF376DB0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746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B6E0-C7D7-9F5B-A17D-1B78488AE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50A90-2EF3-FBBB-8D82-3A357C4B7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666D3-6213-BECE-A59D-A4EC15CD4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D1BE8-AFD7-3441-EC31-E12EDB54B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30031-FAEA-3AA4-31E8-BA5132A02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CAD27-3E14-1681-6300-88DFA2FD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417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D30EA-E79D-B681-8E9F-611797EDE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00A48-0E0C-42EB-4123-99E0A3D549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A24BC-231C-F8CE-8236-4364C0832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B8DDC-3B79-EC4C-F439-F8CCAAD8B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68FFD-13F3-96BE-5285-8F70896B6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179BC-475D-3BE3-B081-1C58908B7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608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EF930-DFE2-ED4B-BDF0-DFE235A9E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98A2C-91F3-AEE2-6B5C-86E9A614E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41820-1FA0-0199-4464-067E60E82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0C9F7-0F79-C869-481C-A66748111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45628-E3BF-7382-06B7-BC4CE583E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789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81DD9B-067B-1492-90D2-733347928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E6F149-DE69-C3B0-EA6D-B9A96CAE4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A213B-B74D-EDA9-D362-D2D780907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1953A-D86E-9A39-E36B-744147DD0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FDBFC-9971-C204-3258-AC6D5FFE4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747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D7B451-A2D8-223C-A2E7-E775FE23E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EC8B8-320E-3AF3-5802-DB064CD0D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12A28-8A9C-CC4C-19CC-1344C43BB6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58164-0D10-4036-474C-3EA4F63A2F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257D7-5326-69E5-028A-B0D40D7C5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825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092D62-3756-9FE3-DEA5-E3397DF3F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n-IN" sz="7200" b="1">
                <a:solidFill>
                  <a:schemeClr val="bg1"/>
                </a:solidFill>
              </a:rPr>
              <a:t>Digital Twin For Car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907AE9-320C-653E-6D95-E32DA0F39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en-IN">
                <a:solidFill>
                  <a:schemeClr val="bg1"/>
                </a:solidFill>
              </a:rPr>
              <a:t>Using Federated Learning</a:t>
            </a:r>
          </a:p>
        </p:txBody>
      </p:sp>
    </p:spTree>
    <p:extLst>
      <p:ext uri="{BB962C8B-B14F-4D97-AF65-F5344CB8AC3E}">
        <p14:creationId xmlns:p14="http://schemas.microsoft.com/office/powerpoint/2010/main" val="157029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02B276-47C3-7EAE-BF5A-A78517D99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IN" b="1" dirty="0"/>
              <a:t>Motivation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B95BFE2-233B-3F03-116D-C26FF89294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5511860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177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0C3724-4211-A9F7-D477-3A4D0ACE7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136D1E-41C9-4399-EC1D-A05EA7D23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 b="1"/>
              <a:t>Proposed Federated Architecture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90DD2D8-5A23-9312-3DEB-B6EB6DFDEC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7894593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6553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4441A-459E-7295-14D1-FBC9E4E1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2682A02-73C7-5A06-2C72-F231ED1BBE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76" y="322398"/>
            <a:ext cx="9890848" cy="621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620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A23B69-F57F-552D-661A-56865E0FE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40E287-BBF8-92E5-2D37-736CDCDEB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400" b="1"/>
              <a:t>Dataset Description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6198939-33F0-15F5-716E-EA369AD05F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590297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0185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A05BF2-12CD-0821-C57C-AE468210D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D20CA6-8D72-5319-6163-BC1694178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Client Creation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9C2BAA-B26E-74A2-BEC6-F22FD822BD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sz="1500"/>
              <a:t>Each vehicle model forms one federated client. </a:t>
            </a:r>
          </a:p>
          <a:p>
            <a:r>
              <a:rPr lang="en-US" sz="1500"/>
              <a:t>Clients: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500"/>
              <a:t>Tesla Model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500"/>
              <a:t>Nissan Leaf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500"/>
              <a:t>BMW i3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500"/>
              <a:t>Hyundai Kona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500"/>
              <a:t>Chevy Bolt </a:t>
            </a:r>
          </a:p>
          <a:p>
            <a:r>
              <a:rPr lang="en-US" sz="1500"/>
              <a:t>Every client contains only its own charging records. </a:t>
            </a:r>
          </a:p>
          <a:p>
            <a:r>
              <a:rPr lang="en-US" sz="1500"/>
              <a:t>Local training is performed independently on each client. </a:t>
            </a:r>
          </a:p>
          <a:p>
            <a:r>
              <a:rPr lang="en-US" sz="1500"/>
              <a:t>Raw charging data never leaves the client device. </a:t>
            </a:r>
          </a:p>
          <a:p>
            <a:r>
              <a:rPr lang="en-US" sz="1500"/>
              <a:t>This setup simulates a real-world privacy-preserving EV ecosystem. </a:t>
            </a:r>
          </a:p>
        </p:txBody>
      </p:sp>
    </p:spTree>
    <p:extLst>
      <p:ext uri="{BB962C8B-B14F-4D97-AF65-F5344CB8AC3E}">
        <p14:creationId xmlns:p14="http://schemas.microsoft.com/office/powerpoint/2010/main" val="2349439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website&#10;&#10;AI-generated content may be incorrect.">
            <a:extLst>
              <a:ext uri="{FF2B5EF4-FFF2-40B4-BE49-F238E27FC236}">
                <a16:creationId xmlns:a16="http://schemas.microsoft.com/office/drawing/2014/main" id="{9171D3AB-CA49-F2D6-9709-9B479DE2E6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36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E61456-81A4-D345-9127-69713A42E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9F8D35-DE4B-0B6E-F43A-1D95D7F86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Local Model Training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0D1398B4-2CB9-C129-F224-13474658417E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4447308" y="591344"/>
                <a:ext cx="6906491" cy="5585619"/>
              </a:xfrm>
              <a:prstGeom prst="rect">
                <a:avLst/>
              </a:prstGeom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lIns="91440" tIns="45720" rIns="91440" bIns="45720" numCol="1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r>
                  <a:rPr lang="en-US" sz="1300"/>
                  <a:t>Random Forest Regressor is used for local training. </a:t>
                </a:r>
              </a:p>
              <a:p>
                <a:r>
                  <a:rPr lang="en-US" sz="1300"/>
                  <a:t>Each client trains using its own charging and operational data. </a:t>
                </a:r>
              </a:p>
              <a:p>
                <a:r>
                  <a:rPr lang="en-US" sz="1300"/>
                  <a:t>Features used: </a:t>
                </a:r>
              </a:p>
              <a:p>
                <a:pPr lvl="1"/>
                <a:r>
                  <a:rPr lang="en-US" sz="1300"/>
                  <a:t>Battery Capacity </a:t>
                </a:r>
              </a:p>
              <a:p>
                <a:pPr lvl="1"/>
                <a:r>
                  <a:rPr lang="en-US" sz="1300"/>
                  <a:t>Charging Duration </a:t>
                </a:r>
              </a:p>
              <a:p>
                <a:pPr lvl="1"/>
                <a:r>
                  <a:rPr lang="en-US" sz="1300"/>
                  <a:t>Charging Rate </a:t>
                </a:r>
              </a:p>
              <a:p>
                <a:pPr lvl="1"/>
                <a:r>
                  <a:rPr lang="en-US" sz="1300"/>
                  <a:t>Temperature </a:t>
                </a:r>
              </a:p>
              <a:p>
                <a:pPr lvl="1"/>
                <a:r>
                  <a:rPr lang="en-US" sz="1300"/>
                  <a:t>Vehicle Age </a:t>
                </a:r>
              </a:p>
              <a:p>
                <a:pPr lvl="1"/>
                <a:r>
                  <a:rPr lang="en-US" sz="1300"/>
                  <a:t>Energy Consumed </a:t>
                </a:r>
              </a:p>
              <a:p>
                <a:pPr lvl="1"/>
                <a:r>
                  <a:rPr lang="en-US" sz="1300"/>
                  <a:t>Distance Driven </a:t>
                </a:r>
              </a:p>
              <a:p>
                <a:r>
                  <a:rPr lang="en-US" sz="1300"/>
                  <a:t>Random Forest captures non-linear EV charging behavior effectively. </a:t>
                </a:r>
              </a:p>
              <a:p>
                <a:r>
                  <a:rPr lang="en-US" sz="1300"/>
                  <a:t>Local models predict energy consumption patterns. </a:t>
                </a:r>
              </a:p>
              <a:p>
                <a:r>
                  <a:rPr lang="en-US" sz="1300"/>
                  <a:t>RMSE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3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13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300"/>
                  <a:t> metrics are used for evaluation. </a:t>
                </a:r>
              </a:p>
              <a:p>
                <a:r>
                  <a:rPr lang="en-US" sz="1300"/>
                  <a:t>Local training preserves data privacy.</a:t>
                </a: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0D1398B4-2CB9-C129-F224-1347465841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4447308" y="591344"/>
                <a:ext cx="6906491" cy="5585619"/>
              </a:xfrm>
              <a:prstGeom prst="rect">
                <a:avLst/>
              </a:prstGeom>
              <a:blipFill>
                <a:blip r:embed="rId2"/>
                <a:stretch>
                  <a:fillRect l="-88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7550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6CBE6B-4B95-B5ED-4492-74C843AC9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A9C515-1523-EA2C-125B-DBA11AE15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</a:rPr>
              <a:t>Personalized Mileage Prediction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87597411-147B-846C-73C2-CE7B4FF97462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4447308" y="591344"/>
                <a:ext cx="6906491" cy="5585619"/>
              </a:xfrm>
              <a:prstGeom prst="rect">
                <a:avLst/>
              </a:prstGeom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lIns="91440" tIns="45720" rIns="91440" bIns="45720" numCol="1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r>
                  <a:rPr lang="en-IN" dirty="0"/>
                  <a:t>Mileage prediction combines: </a:t>
                </a:r>
              </a:p>
              <a:p>
                <a:pPr lvl="1"/>
                <a:r>
                  <a:rPr lang="en-IN" dirty="0"/>
                  <a:t>Local battery capacity </a:t>
                </a:r>
              </a:p>
              <a:p>
                <a:pPr lvl="1"/>
                <a:r>
                  <a:rPr lang="en-IN" dirty="0"/>
                  <a:t>Global federated efficiency </a:t>
                </a:r>
              </a:p>
              <a:p>
                <a:r>
                  <a:rPr lang="en-IN" dirty="0"/>
                  <a:t>Formula used: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𝑀𝑖𝑙𝑒𝑎𝑔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𝐿𝑜𝑐𝑎𝑙</m:t>
                          </m:r>
                          <m:r>
                            <m:rPr>
                              <m:nor/>
                            </m:rPr>
                            <a:rPr lang="ar-AE" i="1"/>
                            <m:t> 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𝐶𝑎𝑝𝑎𝑐𝑖𝑡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𝐺𝑙𝑜𝑏𝑎𝑙</m:t>
                          </m:r>
                          <m:r>
                            <m:rPr>
                              <m:nor/>
                            </m:rPr>
                            <a:rPr lang="ar-AE" i="1"/>
                            <m:t> 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𝐸𝑓𝑓𝑖𝑐𝑖𝑒𝑛𝑐𝑦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Different vehicle models receive different mileage predictions. </a:t>
                </a:r>
              </a:p>
              <a:p>
                <a:r>
                  <a:rPr lang="en-IN" dirty="0"/>
                  <a:t>Personalization improves realism and customer-specific analytics. </a:t>
                </a:r>
              </a:p>
              <a:p>
                <a:r>
                  <a:rPr lang="en-IN" dirty="0"/>
                  <a:t>Vehicles with higher efficiency achieve better mileage prediction.</a:t>
                </a: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87597411-147B-846C-73C2-CE7B4FF974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4447308" y="591344"/>
                <a:ext cx="6906491" cy="5585619"/>
              </a:xfrm>
              <a:prstGeom prst="rect">
                <a:avLst/>
              </a:prstGeom>
              <a:blipFill>
                <a:blip r:embed="rId2"/>
                <a:stretch>
                  <a:fillRect l="-1590" b="-109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1695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6827C3C-D52F-46CE-A441-3CD6A1A6A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37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2A8B51-0A89-497B-B882-6658E029A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6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E0E30839-2E8E-016D-3E2D-8D7C0F649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553" y="965199"/>
            <a:ext cx="2254376" cy="492760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B1CEFBF-6F09-4052-862B-E219DA157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6882" y="643466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F4388E83-A911-1AD2-C42D-EE60506EB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735" y="965199"/>
            <a:ext cx="2254841" cy="492861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CB5D417-2A71-445D-B4C7-9E814D633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2847" y="643466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D5E897A7-5423-8C52-B4B9-012CF108D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933" y="965199"/>
            <a:ext cx="2254376" cy="492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696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7F5FE3-F02C-901F-E086-C16897583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446C27-68DF-C5F2-3CC1-14CDA5D8F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</a:rPr>
              <a:t>Personalized Battery Health Prediction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F1546A19-599D-8E81-67DF-E54BC962A92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4447308" y="591344"/>
                <a:ext cx="6906491" cy="5585619"/>
              </a:xfrm>
              <a:prstGeom prst="rect">
                <a:avLst/>
              </a:prstGeom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lIns="91440" tIns="45720" rIns="91440" bIns="45720" numCol="1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r>
                  <a:rPr lang="en-IN" sz="2600"/>
                  <a:t>Battery health uses both local and global information. </a:t>
                </a:r>
              </a:p>
              <a:p>
                <a:r>
                  <a:rPr lang="en-IN" sz="2600"/>
                  <a:t>Formula used: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600" i="1">
                          <a:latin typeface="Cambria Math" panose="02040503050406030204" pitchFamily="18" charset="0"/>
                        </a:rPr>
                        <m:t>𝐻𝑒𝑎𝑙𝑡</m:t>
                      </m:r>
                      <m:sSub>
                        <m:sSub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7</m:t>
                      </m:r>
                      <m:d>
                        <m:d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𝐿𝑜𝑐𝑎𝑙</m:t>
                          </m:r>
                          <m:r>
                            <m:rPr>
                              <m:nor/>
                            </m:rPr>
                            <a:rPr lang="ar-AE" sz="2600" i="1"/>
                            <m:t> </m:t>
                          </m:r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𝐻𝑒𝑎𝑙𝑡</m:t>
                          </m:r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ar-AE" sz="2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𝐺𝑙𝑜𝑏𝑎𝑙</m:t>
                          </m:r>
                          <m:r>
                            <m:rPr>
                              <m:nor/>
                            </m:rPr>
                            <a:rPr lang="ar-AE" sz="2600" i="1"/>
                            <m:t> </m:t>
                          </m:r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𝐻𝑒𝑎𝑙𝑡</m:t>
                          </m:r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ar-AE" sz="2600" b="0"/>
              </a:p>
              <a:p>
                <a:r>
                  <a:rPr lang="en-IN" sz="2600"/>
                  <a:t>Local health reflects individual vehicle condition. </a:t>
                </a:r>
              </a:p>
              <a:p>
                <a:r>
                  <a:rPr lang="en-IN" sz="2600"/>
                  <a:t>Global health represents fleet-level battery trends. </a:t>
                </a:r>
              </a:p>
              <a:p>
                <a:r>
                  <a:rPr lang="en-IN" sz="2600"/>
                  <a:t>Personalized health improves reliability of prediction. </a:t>
                </a:r>
              </a:p>
              <a:p>
                <a:r>
                  <a:rPr lang="en-IN" sz="2600"/>
                  <a:t>Vehicles with higher age and lower efficiency show reduced battery health.</a:t>
                </a: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F1546A19-599D-8E81-67DF-E54BC962A9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4447308" y="591344"/>
                <a:ext cx="6906491" cy="5585619"/>
              </a:xfrm>
              <a:prstGeom prst="rect">
                <a:avLst/>
              </a:prstGeom>
              <a:blipFill>
                <a:blip r:embed="rId2"/>
                <a:stretch>
                  <a:fillRect l="-1413" b="-764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2796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F60E32-F69A-922F-8CB7-9AAC5B213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996369-E708-C92D-68DB-8B4F4F654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</a:rPr>
              <a:t>Battery Degradation Modelling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54CE9936-61A8-6874-BD6F-EE4CDF3D226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4705044" y="-47391"/>
                <a:ext cx="8284814" cy="6863089"/>
              </a:xfrm>
              <a:prstGeom prst="rect">
                <a:avLst/>
              </a:prstGeom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lIns="91440" tIns="45720" rIns="91440" bIns="45720" numCol="1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r>
                  <a:rPr lang="en-IN" sz="1500"/>
                  <a:t>Battery degradation is modelled using non-linear exponential decay. </a:t>
                </a:r>
              </a:p>
              <a:p>
                <a:r>
                  <a:rPr lang="en-IN" sz="1500"/>
                  <a:t>Formula used: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500" i="1">
                          <a:latin typeface="Cambria Math" panose="02040503050406030204" pitchFamily="18" charset="0"/>
                        </a:rPr>
                        <m:t>𝐵𝑎𝑡𝑡𝑒𝑟𝑦</m:t>
                      </m:r>
                      <m:r>
                        <m:rPr>
                          <m:nor/>
                        </m:rPr>
                        <a:rPr lang="en-IN" sz="1500" i="1"/>
                        <m:t> </m:t>
                      </m:r>
                      <m:r>
                        <a:rPr lang="en-IN" sz="1500" i="1">
                          <a:latin typeface="Cambria Math" panose="02040503050406030204" pitchFamily="18" charset="0"/>
                        </a:rPr>
                        <m:t>𝐻𝑒𝑎𝑙𝑡</m:t>
                      </m:r>
                      <m:r>
                        <a:rPr lang="en-IN" sz="15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IN" sz="15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5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ar-AE" sz="15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ar-AE" sz="1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5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15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500" i="1">
                              <a:latin typeface="Cambria Math" panose="02040503050406030204" pitchFamily="18" charset="0"/>
                            </a:rPr>
                            <m:t>𝑘𝑡</m:t>
                          </m:r>
                        </m:sup>
                      </m:sSup>
                    </m:oMath>
                  </m:oMathPara>
                </a14:m>
                <a:endParaRPr lang="ar-AE" sz="1500" b="0"/>
              </a:p>
              <a:p>
                <a:pPr marL="0" indent="0">
                  <a:buNone/>
                </a:pPr>
                <a:r>
                  <a:rPr lang="en-IN" sz="1500"/>
                  <a:t>where: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5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ar-AE" sz="15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1500"/>
                  <a:t>= </a:t>
                </a:r>
                <a:r>
                  <a:rPr lang="en-IN" sz="1500"/>
                  <a:t>Initial battery health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IN" sz="15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1500"/>
                  <a:t>= degradation constant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IN" sz="15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IN" sz="1500"/>
                  <a:t>= charging cycles </a:t>
                </a:r>
              </a:p>
              <a:p>
                <a:r>
                  <a:rPr lang="en-IN" sz="1500"/>
                  <a:t>Degradation initially occurs slowly and increases over time. </a:t>
                </a:r>
              </a:p>
              <a:p>
                <a:r>
                  <a:rPr lang="en-IN" sz="1500"/>
                  <a:t>This closely represents practical lithium-ion battery behaviour. </a:t>
                </a:r>
              </a:p>
              <a:p>
                <a:r>
                  <a:rPr lang="en-IN" sz="1500"/>
                  <a:t>Degradation plots visualize long-term battery aging trends.</a:t>
                </a: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54CE9936-61A8-6874-BD6F-EE4CDF3D22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4705044" y="-47391"/>
                <a:ext cx="8284814" cy="6863089"/>
              </a:xfrm>
              <a:prstGeom prst="rect">
                <a:avLst/>
              </a:prstGeom>
              <a:blipFill>
                <a:blip r:embed="rId2"/>
                <a:stretch>
                  <a:fillRect l="-294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0542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EE2FB1-15BB-082C-695E-438A4D14B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2FAD39-6E29-E97C-6822-78BF3AE0C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IN" sz="5200" b="1"/>
              <a:t>Results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7A9530E9-6A3A-50E9-57EE-C31BC98430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5523787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5842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1B93CF-76FD-0099-0555-D131CDD5A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13DEB-6306-107F-23F8-4E4E05588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/>
              <a:t>Conclusion</a:t>
            </a:r>
            <a:endParaRPr lang="en-IN" sz="5400" b="1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93947F-4A71-DB75-E18A-8811E85CFE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r>
              <a:rPr lang="en-US" sz="2200" dirty="0"/>
              <a:t>A Federated Learning–based EV analytics framework was successfully developed. </a:t>
            </a:r>
          </a:p>
          <a:p>
            <a:r>
              <a:rPr lang="en-US" sz="2200" dirty="0"/>
              <a:t>Each vehicle model acted as an independent federated client. </a:t>
            </a:r>
          </a:p>
          <a:p>
            <a:r>
              <a:rPr lang="en-US" sz="2200" dirty="0"/>
              <a:t>Local machine learning models were trained without sharing raw data. </a:t>
            </a:r>
          </a:p>
          <a:p>
            <a:r>
              <a:rPr lang="en-US" sz="2200" dirty="0"/>
              <a:t>The system predicted: </a:t>
            </a:r>
          </a:p>
          <a:p>
            <a:pPr lvl="1"/>
            <a:r>
              <a:rPr lang="en-US" sz="2200" dirty="0"/>
              <a:t>Personalized mileage </a:t>
            </a:r>
          </a:p>
          <a:p>
            <a:pPr lvl="1"/>
            <a:r>
              <a:rPr lang="en-US" sz="2200" dirty="0"/>
              <a:t>Battery health </a:t>
            </a:r>
          </a:p>
          <a:p>
            <a:pPr lvl="1"/>
            <a:r>
              <a:rPr lang="en-US" sz="2200" dirty="0"/>
              <a:t>Battery degradation </a:t>
            </a:r>
          </a:p>
          <a:p>
            <a:pPr lvl="1"/>
            <a:r>
              <a:rPr lang="en-US" sz="2200" dirty="0"/>
              <a:t>Service notifications </a:t>
            </a:r>
          </a:p>
          <a:p>
            <a:r>
              <a:rPr lang="en-US" sz="2200" dirty="0"/>
              <a:t>Federated aggregation enabled collaborative learning while preserving privacy. </a:t>
            </a:r>
          </a:p>
          <a:p>
            <a:r>
              <a:rPr lang="en-US" sz="2200" dirty="0"/>
              <a:t>The framework demonstrated realistic and scalable EV intelligence.</a:t>
            </a:r>
          </a:p>
        </p:txBody>
      </p:sp>
    </p:spTree>
    <p:extLst>
      <p:ext uri="{BB962C8B-B14F-4D97-AF65-F5344CB8AC3E}">
        <p14:creationId xmlns:p14="http://schemas.microsoft.com/office/powerpoint/2010/main" val="715288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6E81B-417F-209E-C4E3-5F53C1B2F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FDF30C-DEB4-C9E9-6B81-9E0B8C8AF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/>
              <a:t>Future Work</a:t>
            </a:r>
            <a:endParaRPr lang="en-IN" sz="5400" b="1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F14041-DE6B-0046-4335-42B7AA0B2A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r>
              <a:rPr lang="en-US" sz="2200"/>
              <a:t>Real-time IoT integration with EV sensors </a:t>
            </a:r>
          </a:p>
          <a:p>
            <a:r>
              <a:rPr lang="en-US" sz="2200"/>
              <a:t>Multi-round Federated Learning implementation </a:t>
            </a:r>
          </a:p>
          <a:p>
            <a:r>
              <a:rPr lang="en-US" sz="2200"/>
              <a:t>Deep learning models for advanced prediction </a:t>
            </a:r>
          </a:p>
          <a:p>
            <a:r>
              <a:rPr lang="en-US" sz="2200"/>
              <a:t>Digital twin dashboard for visualization </a:t>
            </a:r>
          </a:p>
          <a:p>
            <a:r>
              <a:rPr lang="en-US" sz="2200"/>
              <a:t>Real-time cloud deployment </a:t>
            </a:r>
          </a:p>
          <a:p>
            <a:r>
              <a:rPr lang="en-US" sz="2200"/>
              <a:t>Battery replacement prediction </a:t>
            </a:r>
          </a:p>
          <a:p>
            <a:r>
              <a:rPr lang="en-US" sz="2200"/>
              <a:t>Smart charging station recommendation </a:t>
            </a:r>
          </a:p>
          <a:p>
            <a:r>
              <a:rPr lang="en-US" sz="2200"/>
              <a:t>Vehicle-to-vehicle collaborative intelligence </a:t>
            </a:r>
          </a:p>
          <a:p>
            <a:r>
              <a:rPr lang="en-US" sz="2200"/>
              <a:t>Large-scale deployment with multiple EV fleets</a:t>
            </a:r>
          </a:p>
        </p:txBody>
      </p:sp>
    </p:spTree>
    <p:extLst>
      <p:ext uri="{BB962C8B-B14F-4D97-AF65-F5344CB8AC3E}">
        <p14:creationId xmlns:p14="http://schemas.microsoft.com/office/powerpoint/2010/main" val="2685287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21BBB-8A0C-101A-09DB-67006905B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83CFA8-9970-CE28-0F5B-CB4CBEEB83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en-US" sz="5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51354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692</Words>
  <Application>Microsoft Office PowerPoint</Application>
  <PresentationFormat>Widescreen</PresentationFormat>
  <Paragraphs>111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Office Theme</vt:lpstr>
      <vt:lpstr>Digital Twin For Car</vt:lpstr>
      <vt:lpstr>Motivation</vt:lpstr>
      <vt:lpstr>Proposed Federated Architecture</vt:lpstr>
      <vt:lpstr>PowerPoint Presentation</vt:lpstr>
      <vt:lpstr>Dataset Description</vt:lpstr>
      <vt:lpstr>Client Creation</vt:lpstr>
      <vt:lpstr>PowerPoint Presentation</vt:lpstr>
      <vt:lpstr>Local Model Training</vt:lpstr>
      <vt:lpstr>Personalized Mileage Prediction</vt:lpstr>
      <vt:lpstr>PowerPoint Presentation</vt:lpstr>
      <vt:lpstr>Personalized Battery Health Prediction</vt:lpstr>
      <vt:lpstr>Battery Degradation Modelling</vt:lpstr>
      <vt:lpstr>Results</vt:lpstr>
      <vt:lpstr>Conclusion</vt:lpstr>
      <vt:lpstr>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 Four</dc:creator>
  <cp:lastModifiedBy>Fab Four</cp:lastModifiedBy>
  <cp:revision>62</cp:revision>
  <dcterms:created xsi:type="dcterms:W3CDTF">2026-05-07T10:32:53Z</dcterms:created>
  <dcterms:modified xsi:type="dcterms:W3CDTF">2026-05-07T17:08:49Z</dcterms:modified>
</cp:coreProperties>
</file>